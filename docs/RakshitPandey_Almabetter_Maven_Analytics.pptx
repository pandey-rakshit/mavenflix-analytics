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05" r:id="rId5"/>
    <p:sldId id="306" r:id="rId6"/>
    <p:sldId id="308" r:id="rId7"/>
    <p:sldId id="310" r:id="rId8"/>
    <p:sldId id="311" r:id="rId9"/>
    <p:sldId id="312" r:id="rId10"/>
    <p:sldId id="313" r:id="rId11"/>
    <p:sldId id="314" r:id="rId12"/>
    <p:sldId id="316" r:id="rId13"/>
    <p:sldId id="319" r:id="rId14"/>
    <p:sldId id="320" r:id="rId15"/>
    <p:sldId id="325" r:id="rId16"/>
    <p:sldId id="326" r:id="rId17"/>
    <p:sldId id="327" r:id="rId18"/>
    <p:sldId id="328" r:id="rId19"/>
    <p:sldId id="321" r:id="rId20"/>
    <p:sldId id="322" r:id="rId21"/>
    <p:sldId id="323" r:id="rId22"/>
    <p:sldId id="324" r:id="rId23"/>
    <p:sldId id="31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82"/>
  </p:normalViewPr>
  <p:slideViewPr>
    <p:cSldViewPr snapToGrid="0">
      <p:cViewPr varScale="1">
        <p:scale>
          <a:sx n="158" d="100"/>
          <a:sy n="158" d="100"/>
        </p:scale>
        <p:origin x="412" y="104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C5D71C-795D-47A6-9CD1-6EC752DB0C7D}" type="doc">
      <dgm:prSet loTypeId="urn:microsoft.com/office/officeart/2005/8/layout/hierarchy3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B4CC01FC-A79E-4695-92FB-C2CCD5AC1535}">
      <dgm:prSet phldrT="[Text]" phldr="0"/>
      <dgm:spPr/>
      <dgm:t>
        <a:bodyPr/>
        <a:lstStyle/>
        <a:p>
          <a:r>
            <a:rPr lang="en-US" dirty="0"/>
            <a:t>3069</a:t>
          </a:r>
        </a:p>
      </dgm:t>
    </dgm:pt>
    <dgm:pt modelId="{DFF5A379-22DC-479A-8849-7098553C4682}" type="parTrans" cxnId="{3D47662F-0CB4-43FE-AF66-676D80C7AA3D}">
      <dgm:prSet/>
      <dgm:spPr/>
      <dgm:t>
        <a:bodyPr/>
        <a:lstStyle/>
        <a:p>
          <a:endParaRPr lang="en-US"/>
        </a:p>
      </dgm:t>
    </dgm:pt>
    <dgm:pt modelId="{A2536759-BDD6-4293-A2FB-4A05BFF23A99}" type="sibTrans" cxnId="{3D47662F-0CB4-43FE-AF66-676D80C7AA3D}">
      <dgm:prSet/>
      <dgm:spPr/>
      <dgm:t>
        <a:bodyPr/>
        <a:lstStyle/>
        <a:p>
          <a:endParaRPr lang="en-US"/>
        </a:p>
      </dgm:t>
    </dgm:pt>
    <dgm:pt modelId="{3BFBC5CA-AE01-4247-B9A7-7D751CF23085}">
      <dgm:prSet phldrT="[Text]" phldr="0"/>
      <dgm:spPr/>
      <dgm:t>
        <a:bodyPr/>
        <a:lstStyle/>
        <a:p>
          <a:r>
            <a:rPr lang="en-US" dirty="0"/>
            <a:t>1065</a:t>
          </a:r>
        </a:p>
      </dgm:t>
    </dgm:pt>
    <dgm:pt modelId="{BDDAB6B4-5878-4831-8F03-37FA982CAB6C}" type="parTrans" cxnId="{1B7A802A-1A25-42A2-A215-FF7E53C2870B}">
      <dgm:prSet/>
      <dgm:spPr/>
      <dgm:t>
        <a:bodyPr/>
        <a:lstStyle/>
        <a:p>
          <a:endParaRPr lang="en-US"/>
        </a:p>
      </dgm:t>
    </dgm:pt>
    <dgm:pt modelId="{F8F1450B-1286-4A5D-81F8-7B4C39CDDC08}" type="sibTrans" cxnId="{1B7A802A-1A25-42A2-A215-FF7E53C2870B}">
      <dgm:prSet/>
      <dgm:spPr/>
      <dgm:t>
        <a:bodyPr/>
        <a:lstStyle/>
        <a:p>
          <a:endParaRPr lang="en-US"/>
        </a:p>
      </dgm:t>
    </dgm:pt>
    <dgm:pt modelId="{232BA7A4-2D7D-4524-9ACB-10CF778D4B92}">
      <dgm:prSet phldrT="[Text]" phldr="0"/>
      <dgm:spPr/>
      <dgm:t>
        <a:bodyPr/>
        <a:lstStyle/>
        <a:p>
          <a:r>
            <a:rPr lang="en-US" dirty="0"/>
            <a:t>2004</a:t>
          </a:r>
        </a:p>
      </dgm:t>
    </dgm:pt>
    <dgm:pt modelId="{CF027961-7020-40B0-A573-B108A65F0515}" type="parTrans" cxnId="{77701DA5-A750-4B70-8FD7-D5F132C579FD}">
      <dgm:prSet/>
      <dgm:spPr/>
      <dgm:t>
        <a:bodyPr/>
        <a:lstStyle/>
        <a:p>
          <a:endParaRPr lang="en-US"/>
        </a:p>
      </dgm:t>
    </dgm:pt>
    <dgm:pt modelId="{BE7DC017-F302-4BDA-AA80-1D9A85196E1F}" type="sibTrans" cxnId="{77701DA5-A750-4B70-8FD7-D5F132C579FD}">
      <dgm:prSet/>
      <dgm:spPr/>
      <dgm:t>
        <a:bodyPr/>
        <a:lstStyle/>
        <a:p>
          <a:endParaRPr lang="en-US"/>
        </a:p>
      </dgm:t>
    </dgm:pt>
    <dgm:pt modelId="{270DBF0E-CADD-4BE5-AF7B-91F35A2175B6}">
      <dgm:prSet phldrT="[Text]" phldr="0"/>
      <dgm:spPr/>
      <dgm:t>
        <a:bodyPr/>
        <a:lstStyle/>
        <a:p>
          <a:r>
            <a:rPr lang="en-US" dirty="0"/>
            <a:t>77 days</a:t>
          </a:r>
        </a:p>
      </dgm:t>
    </dgm:pt>
    <dgm:pt modelId="{7A323A9C-3B3F-46B6-8C97-D0568D3061DF}" type="parTrans" cxnId="{EAE32C99-A212-4B78-91C5-ED68D9B31CC2}">
      <dgm:prSet/>
      <dgm:spPr/>
      <dgm:t>
        <a:bodyPr/>
        <a:lstStyle/>
        <a:p>
          <a:endParaRPr lang="en-US"/>
        </a:p>
      </dgm:t>
    </dgm:pt>
    <dgm:pt modelId="{4B0EA93A-8D29-438C-8496-4C116F47E431}" type="sibTrans" cxnId="{EAE32C99-A212-4B78-91C5-ED68D9B31CC2}">
      <dgm:prSet/>
      <dgm:spPr/>
      <dgm:t>
        <a:bodyPr/>
        <a:lstStyle/>
        <a:p>
          <a:endParaRPr lang="en-US"/>
        </a:p>
      </dgm:t>
    </dgm:pt>
    <dgm:pt modelId="{4B17E0B0-06BB-45B0-B81F-97A10ADEC12C}">
      <dgm:prSet phldrT="[Text]" phldr="0"/>
      <dgm:spPr/>
      <dgm:t>
        <a:bodyPr/>
        <a:lstStyle/>
        <a:p>
          <a:r>
            <a:rPr lang="en-US" dirty="0"/>
            <a:t>15.9%</a:t>
          </a:r>
        </a:p>
      </dgm:t>
    </dgm:pt>
    <dgm:pt modelId="{21323337-EAE8-40B0-B853-77943853A67C}" type="parTrans" cxnId="{DF638ADB-43B9-42FC-8BA0-979DED92C874}">
      <dgm:prSet/>
      <dgm:spPr/>
      <dgm:t>
        <a:bodyPr/>
        <a:lstStyle/>
        <a:p>
          <a:endParaRPr lang="en-US"/>
        </a:p>
      </dgm:t>
    </dgm:pt>
    <dgm:pt modelId="{A70F00E3-644B-4A85-97DF-26B25736B3A7}" type="sibTrans" cxnId="{DF638ADB-43B9-42FC-8BA0-979DED92C874}">
      <dgm:prSet/>
      <dgm:spPr/>
      <dgm:t>
        <a:bodyPr/>
        <a:lstStyle/>
        <a:p>
          <a:endParaRPr lang="en-US"/>
        </a:p>
      </dgm:t>
    </dgm:pt>
    <dgm:pt modelId="{CE75E3D6-8A17-4EDB-A0F3-B0D82A89D78F}">
      <dgm:prSet phldrT="[Text]" phldr="0"/>
      <dgm:spPr/>
      <dgm:t>
        <a:bodyPr/>
        <a:lstStyle/>
        <a:p>
          <a:r>
            <a:rPr lang="en-US" dirty="0"/>
            <a:t>78.6%</a:t>
          </a:r>
        </a:p>
      </dgm:t>
    </dgm:pt>
    <dgm:pt modelId="{C48B3183-CBEC-4D04-9605-13CA488340CC}" type="parTrans" cxnId="{C5794655-48A6-44F8-B467-68A1E1308AE1}">
      <dgm:prSet/>
      <dgm:spPr/>
      <dgm:t>
        <a:bodyPr/>
        <a:lstStyle/>
        <a:p>
          <a:endParaRPr lang="en-US"/>
        </a:p>
      </dgm:t>
    </dgm:pt>
    <dgm:pt modelId="{9EDC0D22-4608-4564-85BF-7EE3F7A52C58}" type="sibTrans" cxnId="{C5794655-48A6-44F8-B467-68A1E1308AE1}">
      <dgm:prSet/>
      <dgm:spPr/>
      <dgm:t>
        <a:bodyPr/>
        <a:lstStyle/>
        <a:p>
          <a:endParaRPr lang="en-US"/>
        </a:p>
      </dgm:t>
    </dgm:pt>
    <dgm:pt modelId="{AE5188D1-5E4E-445B-8DCA-EE69770F8963}">
      <dgm:prSet/>
      <dgm:spPr/>
      <dgm:t>
        <a:bodyPr/>
        <a:lstStyle/>
        <a:p>
          <a:r>
            <a:rPr lang="en-US" dirty="0"/>
            <a:t>Total Subscriptions</a:t>
          </a:r>
        </a:p>
      </dgm:t>
    </dgm:pt>
    <dgm:pt modelId="{601DD5A3-77C3-41A2-86DD-B6FDA0D6373C}" type="parTrans" cxnId="{65D8C759-E987-478D-84F0-0D32BFDF6C11}">
      <dgm:prSet/>
      <dgm:spPr/>
      <dgm:t>
        <a:bodyPr/>
        <a:lstStyle/>
        <a:p>
          <a:endParaRPr lang="en-US"/>
        </a:p>
      </dgm:t>
    </dgm:pt>
    <dgm:pt modelId="{F1966511-1F47-4CA4-97D7-47D3B852A6C9}" type="sibTrans" cxnId="{65D8C759-E987-478D-84F0-0D32BFDF6C11}">
      <dgm:prSet/>
      <dgm:spPr/>
      <dgm:t>
        <a:bodyPr/>
        <a:lstStyle/>
        <a:p>
          <a:endParaRPr lang="en-US"/>
        </a:p>
      </dgm:t>
    </dgm:pt>
    <dgm:pt modelId="{1EEBB0E5-4887-4466-9102-4DA9C8AEEF46}">
      <dgm:prSet/>
      <dgm:spPr/>
      <dgm:t>
        <a:bodyPr/>
        <a:lstStyle/>
        <a:p>
          <a:r>
            <a:rPr lang="en-US" dirty="0"/>
            <a:t>Active Customers</a:t>
          </a:r>
        </a:p>
      </dgm:t>
    </dgm:pt>
    <dgm:pt modelId="{E135FB1C-4E43-4FF5-9017-66D334F83AE5}" type="parTrans" cxnId="{B90A129A-F2E6-4D94-8560-0621F55EECC1}">
      <dgm:prSet/>
      <dgm:spPr/>
      <dgm:t>
        <a:bodyPr/>
        <a:lstStyle/>
        <a:p>
          <a:endParaRPr lang="en-US"/>
        </a:p>
      </dgm:t>
    </dgm:pt>
    <dgm:pt modelId="{03C8D5BE-5EE9-45BA-985F-242E54B2BF42}" type="sibTrans" cxnId="{B90A129A-F2E6-4D94-8560-0621F55EECC1}">
      <dgm:prSet/>
      <dgm:spPr/>
      <dgm:t>
        <a:bodyPr/>
        <a:lstStyle/>
        <a:p>
          <a:endParaRPr lang="en-US"/>
        </a:p>
      </dgm:t>
    </dgm:pt>
    <dgm:pt modelId="{813E3CDE-BD99-4F36-BB56-2547006D067D}">
      <dgm:prSet/>
      <dgm:spPr/>
      <dgm:t>
        <a:bodyPr/>
        <a:lstStyle/>
        <a:p>
          <a:r>
            <a:rPr lang="en-US" dirty="0"/>
            <a:t>Churned Customers</a:t>
          </a:r>
        </a:p>
      </dgm:t>
    </dgm:pt>
    <dgm:pt modelId="{38347C85-4599-4A54-890B-B7920DC3E5C6}" type="parTrans" cxnId="{68E7FFCD-BBFA-41D9-B76A-7E4A3C771081}">
      <dgm:prSet/>
      <dgm:spPr/>
      <dgm:t>
        <a:bodyPr/>
        <a:lstStyle/>
        <a:p>
          <a:endParaRPr lang="en-US"/>
        </a:p>
      </dgm:t>
    </dgm:pt>
    <dgm:pt modelId="{AB51561E-5124-474F-9E31-EC632CDEC2D9}" type="sibTrans" cxnId="{68E7FFCD-BBFA-41D9-B76A-7E4A3C771081}">
      <dgm:prSet/>
      <dgm:spPr/>
      <dgm:t>
        <a:bodyPr/>
        <a:lstStyle/>
        <a:p>
          <a:endParaRPr lang="en-US"/>
        </a:p>
      </dgm:t>
    </dgm:pt>
    <dgm:pt modelId="{2041F0C9-F7CE-4220-99AB-6F0D3E4C9479}">
      <dgm:prSet/>
      <dgm:spPr/>
      <dgm:t>
        <a:bodyPr/>
        <a:lstStyle/>
        <a:p>
          <a:r>
            <a:rPr lang="en-US" dirty="0"/>
            <a:t>Avg Duration</a:t>
          </a:r>
        </a:p>
      </dgm:t>
    </dgm:pt>
    <dgm:pt modelId="{FBA91547-ECF6-442B-BD9C-F52F8EE41CB2}" type="parTrans" cxnId="{B6071E12-A199-49A1-B2D0-C77D8B27DC1F}">
      <dgm:prSet/>
      <dgm:spPr/>
      <dgm:t>
        <a:bodyPr/>
        <a:lstStyle/>
        <a:p>
          <a:endParaRPr lang="en-US"/>
        </a:p>
      </dgm:t>
    </dgm:pt>
    <dgm:pt modelId="{9C6B06CA-E575-4A04-93A7-6B02C8888CC6}" type="sibTrans" cxnId="{B6071E12-A199-49A1-B2D0-C77D8B27DC1F}">
      <dgm:prSet/>
      <dgm:spPr/>
      <dgm:t>
        <a:bodyPr/>
        <a:lstStyle/>
        <a:p>
          <a:endParaRPr lang="en-US"/>
        </a:p>
      </dgm:t>
    </dgm:pt>
    <dgm:pt modelId="{1560387E-3175-4902-A34F-5E00F1B755B9}">
      <dgm:prSet/>
      <dgm:spPr/>
      <dgm:t>
        <a:bodyPr/>
        <a:lstStyle/>
        <a:p>
          <a:r>
            <a:rPr lang="en-US" dirty="0"/>
            <a:t>Month-Over-Month Retention</a:t>
          </a:r>
        </a:p>
      </dgm:t>
    </dgm:pt>
    <dgm:pt modelId="{D5434654-E185-4F9B-AB3C-76005CD88676}" type="parTrans" cxnId="{E6853220-6ADF-4C30-80B8-B670F26EC878}">
      <dgm:prSet/>
      <dgm:spPr/>
      <dgm:t>
        <a:bodyPr/>
        <a:lstStyle/>
        <a:p>
          <a:endParaRPr lang="en-US"/>
        </a:p>
      </dgm:t>
    </dgm:pt>
    <dgm:pt modelId="{7D18E097-61DE-4685-AEC2-AA024509C117}" type="sibTrans" cxnId="{E6853220-6ADF-4C30-80B8-B670F26EC878}">
      <dgm:prSet/>
      <dgm:spPr/>
      <dgm:t>
        <a:bodyPr/>
        <a:lstStyle/>
        <a:p>
          <a:endParaRPr lang="en-US"/>
        </a:p>
      </dgm:t>
    </dgm:pt>
    <dgm:pt modelId="{D62B304C-6796-4FF9-BA71-870D8CBB3A25}">
      <dgm:prSet/>
      <dgm:spPr/>
      <dgm:t>
        <a:bodyPr/>
        <a:lstStyle/>
        <a:p>
          <a:r>
            <a:rPr lang="en-US" dirty="0"/>
            <a:t>5+ Months</a:t>
          </a:r>
        </a:p>
      </dgm:t>
    </dgm:pt>
    <dgm:pt modelId="{A488DD5F-70CB-446B-98AF-E21344BCCF7A}" type="parTrans" cxnId="{9375EFA6-6634-43AE-88F4-F65D3FF57094}">
      <dgm:prSet/>
      <dgm:spPr/>
      <dgm:t>
        <a:bodyPr/>
        <a:lstStyle/>
        <a:p>
          <a:endParaRPr lang="en-US"/>
        </a:p>
      </dgm:t>
    </dgm:pt>
    <dgm:pt modelId="{74ADF961-935F-4309-832D-299EC983BB18}" type="sibTrans" cxnId="{9375EFA6-6634-43AE-88F4-F65D3FF57094}">
      <dgm:prSet/>
      <dgm:spPr/>
      <dgm:t>
        <a:bodyPr/>
        <a:lstStyle/>
        <a:p>
          <a:endParaRPr lang="en-US"/>
        </a:p>
      </dgm:t>
    </dgm:pt>
    <dgm:pt modelId="{E4CAE79B-C01B-4653-80C1-354F2702D4EC}" type="pres">
      <dgm:prSet presAssocID="{35C5D71C-795D-47A6-9CD1-6EC752DB0C7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015154D-9B03-4571-93C7-195C78D8A177}" type="pres">
      <dgm:prSet presAssocID="{B4CC01FC-A79E-4695-92FB-C2CCD5AC1535}" presName="root" presStyleCnt="0"/>
      <dgm:spPr/>
    </dgm:pt>
    <dgm:pt modelId="{A53BDEB8-1D10-4EB3-A50E-4F845FFA73CD}" type="pres">
      <dgm:prSet presAssocID="{B4CC01FC-A79E-4695-92FB-C2CCD5AC1535}" presName="rootComposite" presStyleCnt="0"/>
      <dgm:spPr/>
    </dgm:pt>
    <dgm:pt modelId="{C11C43BA-6E0E-42C7-ACB3-5B5CDED9615F}" type="pres">
      <dgm:prSet presAssocID="{B4CC01FC-A79E-4695-92FB-C2CCD5AC1535}" presName="rootText" presStyleLbl="node1" presStyleIdx="0" presStyleCnt="6"/>
      <dgm:spPr/>
    </dgm:pt>
    <dgm:pt modelId="{B71CD3B8-7EDA-4EBD-8628-4D3377B77A63}" type="pres">
      <dgm:prSet presAssocID="{B4CC01FC-A79E-4695-92FB-C2CCD5AC1535}" presName="rootConnector" presStyleLbl="node1" presStyleIdx="0" presStyleCnt="6"/>
      <dgm:spPr/>
    </dgm:pt>
    <dgm:pt modelId="{FC438F10-29B3-4264-B3A0-17D38941F829}" type="pres">
      <dgm:prSet presAssocID="{B4CC01FC-A79E-4695-92FB-C2CCD5AC1535}" presName="childShape" presStyleCnt="0"/>
      <dgm:spPr/>
    </dgm:pt>
    <dgm:pt modelId="{7C2616C0-61C6-464F-874E-04ECD397148B}" type="pres">
      <dgm:prSet presAssocID="{601DD5A3-77C3-41A2-86DD-B6FDA0D6373C}" presName="Name13" presStyleLbl="parChTrans1D2" presStyleIdx="0" presStyleCnt="6"/>
      <dgm:spPr/>
    </dgm:pt>
    <dgm:pt modelId="{268D9560-F203-4A4F-B9E9-7DBEC42D1E78}" type="pres">
      <dgm:prSet presAssocID="{AE5188D1-5E4E-445B-8DCA-EE69770F8963}" presName="childText" presStyleLbl="bgAcc1" presStyleIdx="0" presStyleCnt="6">
        <dgm:presLayoutVars>
          <dgm:bulletEnabled val="1"/>
        </dgm:presLayoutVars>
      </dgm:prSet>
      <dgm:spPr/>
    </dgm:pt>
    <dgm:pt modelId="{E105CC93-432E-4E77-B83C-85C00C2E7BF1}" type="pres">
      <dgm:prSet presAssocID="{3BFBC5CA-AE01-4247-B9A7-7D751CF23085}" presName="root" presStyleCnt="0"/>
      <dgm:spPr/>
    </dgm:pt>
    <dgm:pt modelId="{5E667430-B63C-4F70-B9AE-004B5DA94903}" type="pres">
      <dgm:prSet presAssocID="{3BFBC5CA-AE01-4247-B9A7-7D751CF23085}" presName="rootComposite" presStyleCnt="0"/>
      <dgm:spPr/>
    </dgm:pt>
    <dgm:pt modelId="{CC818420-CC27-404A-84A4-B8D40314059B}" type="pres">
      <dgm:prSet presAssocID="{3BFBC5CA-AE01-4247-B9A7-7D751CF23085}" presName="rootText" presStyleLbl="node1" presStyleIdx="1" presStyleCnt="6"/>
      <dgm:spPr/>
    </dgm:pt>
    <dgm:pt modelId="{E6E1FB44-F22A-435F-85E7-C55319F8DECB}" type="pres">
      <dgm:prSet presAssocID="{3BFBC5CA-AE01-4247-B9A7-7D751CF23085}" presName="rootConnector" presStyleLbl="node1" presStyleIdx="1" presStyleCnt="6"/>
      <dgm:spPr/>
    </dgm:pt>
    <dgm:pt modelId="{E5BA0FBD-2A0C-40BC-BFA3-31C04C4E5B38}" type="pres">
      <dgm:prSet presAssocID="{3BFBC5CA-AE01-4247-B9A7-7D751CF23085}" presName="childShape" presStyleCnt="0"/>
      <dgm:spPr/>
    </dgm:pt>
    <dgm:pt modelId="{7B27C3BE-F5B7-4912-9977-14BC4FA4D7B6}" type="pres">
      <dgm:prSet presAssocID="{E135FB1C-4E43-4FF5-9017-66D334F83AE5}" presName="Name13" presStyleLbl="parChTrans1D2" presStyleIdx="1" presStyleCnt="6"/>
      <dgm:spPr/>
    </dgm:pt>
    <dgm:pt modelId="{856B5F68-7994-4C2E-A340-E83D085ECAB7}" type="pres">
      <dgm:prSet presAssocID="{1EEBB0E5-4887-4466-9102-4DA9C8AEEF46}" presName="childText" presStyleLbl="bgAcc1" presStyleIdx="1" presStyleCnt="6">
        <dgm:presLayoutVars>
          <dgm:bulletEnabled val="1"/>
        </dgm:presLayoutVars>
      </dgm:prSet>
      <dgm:spPr/>
    </dgm:pt>
    <dgm:pt modelId="{2BBEA6BD-A86B-42B9-B21A-5B8E3CEA5A6A}" type="pres">
      <dgm:prSet presAssocID="{232BA7A4-2D7D-4524-9ACB-10CF778D4B92}" presName="root" presStyleCnt="0"/>
      <dgm:spPr/>
    </dgm:pt>
    <dgm:pt modelId="{072FF6C8-2FF2-4A3C-902F-95142C6B5943}" type="pres">
      <dgm:prSet presAssocID="{232BA7A4-2D7D-4524-9ACB-10CF778D4B92}" presName="rootComposite" presStyleCnt="0"/>
      <dgm:spPr/>
    </dgm:pt>
    <dgm:pt modelId="{76531D76-9FCA-42C4-9978-8466CAA9C826}" type="pres">
      <dgm:prSet presAssocID="{232BA7A4-2D7D-4524-9ACB-10CF778D4B92}" presName="rootText" presStyleLbl="node1" presStyleIdx="2" presStyleCnt="6"/>
      <dgm:spPr/>
    </dgm:pt>
    <dgm:pt modelId="{707DD6B3-2005-48B6-9E7E-2A0ED67B36BA}" type="pres">
      <dgm:prSet presAssocID="{232BA7A4-2D7D-4524-9ACB-10CF778D4B92}" presName="rootConnector" presStyleLbl="node1" presStyleIdx="2" presStyleCnt="6"/>
      <dgm:spPr/>
    </dgm:pt>
    <dgm:pt modelId="{E8E356E0-8EA6-4550-9AAA-1DAFE5C25E2C}" type="pres">
      <dgm:prSet presAssocID="{232BA7A4-2D7D-4524-9ACB-10CF778D4B92}" presName="childShape" presStyleCnt="0"/>
      <dgm:spPr/>
    </dgm:pt>
    <dgm:pt modelId="{71D2DA08-CDAA-4A5A-9BBE-F82F794E93B7}" type="pres">
      <dgm:prSet presAssocID="{38347C85-4599-4A54-890B-B7920DC3E5C6}" presName="Name13" presStyleLbl="parChTrans1D2" presStyleIdx="2" presStyleCnt="6"/>
      <dgm:spPr/>
    </dgm:pt>
    <dgm:pt modelId="{4E97233E-2B65-48E6-AF21-6095C87F15FC}" type="pres">
      <dgm:prSet presAssocID="{813E3CDE-BD99-4F36-BB56-2547006D067D}" presName="childText" presStyleLbl="bgAcc1" presStyleIdx="2" presStyleCnt="6">
        <dgm:presLayoutVars>
          <dgm:bulletEnabled val="1"/>
        </dgm:presLayoutVars>
      </dgm:prSet>
      <dgm:spPr/>
    </dgm:pt>
    <dgm:pt modelId="{B8724242-1C98-4FA1-AFC2-EC9E81BC5D5B}" type="pres">
      <dgm:prSet presAssocID="{270DBF0E-CADD-4BE5-AF7B-91F35A2175B6}" presName="root" presStyleCnt="0"/>
      <dgm:spPr/>
    </dgm:pt>
    <dgm:pt modelId="{8161BA34-DA47-4EC9-8AAF-AF4F57C5C4C4}" type="pres">
      <dgm:prSet presAssocID="{270DBF0E-CADD-4BE5-AF7B-91F35A2175B6}" presName="rootComposite" presStyleCnt="0"/>
      <dgm:spPr/>
    </dgm:pt>
    <dgm:pt modelId="{FB8D3032-5223-418D-9BF7-22E2D976E3BE}" type="pres">
      <dgm:prSet presAssocID="{270DBF0E-CADD-4BE5-AF7B-91F35A2175B6}" presName="rootText" presStyleLbl="node1" presStyleIdx="3" presStyleCnt="6"/>
      <dgm:spPr/>
    </dgm:pt>
    <dgm:pt modelId="{419E33B4-671F-4CAB-B9F6-D8EA6D46FA5D}" type="pres">
      <dgm:prSet presAssocID="{270DBF0E-CADD-4BE5-AF7B-91F35A2175B6}" presName="rootConnector" presStyleLbl="node1" presStyleIdx="3" presStyleCnt="6"/>
      <dgm:spPr/>
    </dgm:pt>
    <dgm:pt modelId="{BBD844EC-B959-4229-8317-7CE95CCCDCF6}" type="pres">
      <dgm:prSet presAssocID="{270DBF0E-CADD-4BE5-AF7B-91F35A2175B6}" presName="childShape" presStyleCnt="0"/>
      <dgm:spPr/>
    </dgm:pt>
    <dgm:pt modelId="{AD5655D4-6DA7-4640-9E41-59F3F3DDDDF4}" type="pres">
      <dgm:prSet presAssocID="{FBA91547-ECF6-442B-BD9C-F52F8EE41CB2}" presName="Name13" presStyleLbl="parChTrans1D2" presStyleIdx="3" presStyleCnt="6"/>
      <dgm:spPr/>
    </dgm:pt>
    <dgm:pt modelId="{97725781-64BD-4BB1-9421-1092B576C3F2}" type="pres">
      <dgm:prSet presAssocID="{2041F0C9-F7CE-4220-99AB-6F0D3E4C9479}" presName="childText" presStyleLbl="bgAcc1" presStyleIdx="3" presStyleCnt="6">
        <dgm:presLayoutVars>
          <dgm:bulletEnabled val="1"/>
        </dgm:presLayoutVars>
      </dgm:prSet>
      <dgm:spPr/>
    </dgm:pt>
    <dgm:pt modelId="{E3379564-74F5-4713-8D60-3D4E00DA49AD}" type="pres">
      <dgm:prSet presAssocID="{CE75E3D6-8A17-4EDB-A0F3-B0D82A89D78F}" presName="root" presStyleCnt="0"/>
      <dgm:spPr/>
    </dgm:pt>
    <dgm:pt modelId="{E90F490E-F8FA-4836-87D5-A7DB927EE5C1}" type="pres">
      <dgm:prSet presAssocID="{CE75E3D6-8A17-4EDB-A0F3-B0D82A89D78F}" presName="rootComposite" presStyleCnt="0"/>
      <dgm:spPr/>
    </dgm:pt>
    <dgm:pt modelId="{2A5DCFC6-08F0-4418-86E5-50C53BD2C68D}" type="pres">
      <dgm:prSet presAssocID="{CE75E3D6-8A17-4EDB-A0F3-B0D82A89D78F}" presName="rootText" presStyleLbl="node1" presStyleIdx="4" presStyleCnt="6"/>
      <dgm:spPr/>
    </dgm:pt>
    <dgm:pt modelId="{CFEDAA64-C5EF-47C1-A476-21353259E2B1}" type="pres">
      <dgm:prSet presAssocID="{CE75E3D6-8A17-4EDB-A0F3-B0D82A89D78F}" presName="rootConnector" presStyleLbl="node1" presStyleIdx="4" presStyleCnt="6"/>
      <dgm:spPr/>
    </dgm:pt>
    <dgm:pt modelId="{61895F0C-02D5-4B48-8DD5-F0F555AD2D1E}" type="pres">
      <dgm:prSet presAssocID="{CE75E3D6-8A17-4EDB-A0F3-B0D82A89D78F}" presName="childShape" presStyleCnt="0"/>
      <dgm:spPr/>
    </dgm:pt>
    <dgm:pt modelId="{9A06284B-7135-4031-8AEF-224F6F55BE07}" type="pres">
      <dgm:prSet presAssocID="{D5434654-E185-4F9B-AB3C-76005CD88676}" presName="Name13" presStyleLbl="parChTrans1D2" presStyleIdx="4" presStyleCnt="6"/>
      <dgm:spPr/>
    </dgm:pt>
    <dgm:pt modelId="{96E4ACBB-E9D6-413B-A316-89777DB51844}" type="pres">
      <dgm:prSet presAssocID="{1560387E-3175-4902-A34F-5E00F1B755B9}" presName="childText" presStyleLbl="bgAcc1" presStyleIdx="4" presStyleCnt="6">
        <dgm:presLayoutVars>
          <dgm:bulletEnabled val="1"/>
        </dgm:presLayoutVars>
      </dgm:prSet>
      <dgm:spPr/>
    </dgm:pt>
    <dgm:pt modelId="{2A47FA25-F34A-4E0B-BBD1-EAB47144F216}" type="pres">
      <dgm:prSet presAssocID="{4B17E0B0-06BB-45B0-B81F-97A10ADEC12C}" presName="root" presStyleCnt="0"/>
      <dgm:spPr/>
    </dgm:pt>
    <dgm:pt modelId="{A6976B07-3166-4538-AEB1-F19B739F6985}" type="pres">
      <dgm:prSet presAssocID="{4B17E0B0-06BB-45B0-B81F-97A10ADEC12C}" presName="rootComposite" presStyleCnt="0"/>
      <dgm:spPr/>
    </dgm:pt>
    <dgm:pt modelId="{80193E4B-86B3-4FB7-8768-680844C4926A}" type="pres">
      <dgm:prSet presAssocID="{4B17E0B0-06BB-45B0-B81F-97A10ADEC12C}" presName="rootText" presStyleLbl="node1" presStyleIdx="5" presStyleCnt="6"/>
      <dgm:spPr/>
    </dgm:pt>
    <dgm:pt modelId="{64528CAF-C321-4BC3-9654-77ED8890FC4F}" type="pres">
      <dgm:prSet presAssocID="{4B17E0B0-06BB-45B0-B81F-97A10ADEC12C}" presName="rootConnector" presStyleLbl="node1" presStyleIdx="5" presStyleCnt="6"/>
      <dgm:spPr/>
    </dgm:pt>
    <dgm:pt modelId="{8286A519-FACB-44EF-8D83-BEFC57190AF6}" type="pres">
      <dgm:prSet presAssocID="{4B17E0B0-06BB-45B0-B81F-97A10ADEC12C}" presName="childShape" presStyleCnt="0"/>
      <dgm:spPr/>
    </dgm:pt>
    <dgm:pt modelId="{0BE02AF4-666C-44C4-A774-4EDD68ED430A}" type="pres">
      <dgm:prSet presAssocID="{A488DD5F-70CB-446B-98AF-E21344BCCF7A}" presName="Name13" presStyleLbl="parChTrans1D2" presStyleIdx="5" presStyleCnt="6"/>
      <dgm:spPr/>
    </dgm:pt>
    <dgm:pt modelId="{9B2DF77F-A359-4316-A084-123693038325}" type="pres">
      <dgm:prSet presAssocID="{D62B304C-6796-4FF9-BA71-870D8CBB3A25}" presName="childText" presStyleLbl="bgAcc1" presStyleIdx="5" presStyleCnt="6">
        <dgm:presLayoutVars>
          <dgm:bulletEnabled val="1"/>
        </dgm:presLayoutVars>
      </dgm:prSet>
      <dgm:spPr/>
    </dgm:pt>
  </dgm:ptLst>
  <dgm:cxnLst>
    <dgm:cxn modelId="{B8476E04-B0A1-43B8-A56B-8BCDC5127CA1}" type="presOf" srcId="{CE75E3D6-8A17-4EDB-A0F3-B0D82A89D78F}" destId="{CFEDAA64-C5EF-47C1-A476-21353259E2B1}" srcOrd="1" destOrd="0" presId="urn:microsoft.com/office/officeart/2005/8/layout/hierarchy3"/>
    <dgm:cxn modelId="{B6071E12-A199-49A1-B2D0-C77D8B27DC1F}" srcId="{270DBF0E-CADD-4BE5-AF7B-91F35A2175B6}" destId="{2041F0C9-F7CE-4220-99AB-6F0D3E4C9479}" srcOrd="0" destOrd="0" parTransId="{FBA91547-ECF6-442B-BD9C-F52F8EE41CB2}" sibTransId="{9C6B06CA-E575-4A04-93A7-6B02C8888CC6}"/>
    <dgm:cxn modelId="{30F1D017-0603-4D27-B852-62EB07304DEC}" type="presOf" srcId="{FBA91547-ECF6-442B-BD9C-F52F8EE41CB2}" destId="{AD5655D4-6DA7-4640-9E41-59F3F3DDDDF4}" srcOrd="0" destOrd="0" presId="urn:microsoft.com/office/officeart/2005/8/layout/hierarchy3"/>
    <dgm:cxn modelId="{E6853220-6ADF-4C30-80B8-B670F26EC878}" srcId="{CE75E3D6-8A17-4EDB-A0F3-B0D82A89D78F}" destId="{1560387E-3175-4902-A34F-5E00F1B755B9}" srcOrd="0" destOrd="0" parTransId="{D5434654-E185-4F9B-AB3C-76005CD88676}" sibTransId="{7D18E097-61DE-4685-AEC2-AA024509C117}"/>
    <dgm:cxn modelId="{9366B924-20B5-4D50-A598-956808744845}" type="presOf" srcId="{2041F0C9-F7CE-4220-99AB-6F0D3E4C9479}" destId="{97725781-64BD-4BB1-9421-1092B576C3F2}" srcOrd="0" destOrd="0" presId="urn:microsoft.com/office/officeart/2005/8/layout/hierarchy3"/>
    <dgm:cxn modelId="{1B7A802A-1A25-42A2-A215-FF7E53C2870B}" srcId="{35C5D71C-795D-47A6-9CD1-6EC752DB0C7D}" destId="{3BFBC5CA-AE01-4247-B9A7-7D751CF23085}" srcOrd="1" destOrd="0" parTransId="{BDDAB6B4-5878-4831-8F03-37FA982CAB6C}" sibTransId="{F8F1450B-1286-4A5D-81F8-7B4C39CDDC08}"/>
    <dgm:cxn modelId="{3D47662F-0CB4-43FE-AF66-676D80C7AA3D}" srcId="{35C5D71C-795D-47A6-9CD1-6EC752DB0C7D}" destId="{B4CC01FC-A79E-4695-92FB-C2CCD5AC1535}" srcOrd="0" destOrd="0" parTransId="{DFF5A379-22DC-479A-8849-7098553C4682}" sibTransId="{A2536759-BDD6-4293-A2FB-4A05BFF23A99}"/>
    <dgm:cxn modelId="{7B672737-DB58-44C6-9489-3EB586650909}" type="presOf" srcId="{3BFBC5CA-AE01-4247-B9A7-7D751CF23085}" destId="{CC818420-CC27-404A-84A4-B8D40314059B}" srcOrd="0" destOrd="0" presId="urn:microsoft.com/office/officeart/2005/8/layout/hierarchy3"/>
    <dgm:cxn modelId="{863A635D-A758-4FCB-A97A-4175D441575A}" type="presOf" srcId="{4B17E0B0-06BB-45B0-B81F-97A10ADEC12C}" destId="{64528CAF-C321-4BC3-9654-77ED8890FC4F}" srcOrd="1" destOrd="0" presId="urn:microsoft.com/office/officeart/2005/8/layout/hierarchy3"/>
    <dgm:cxn modelId="{206A1961-C777-4ED8-9B4B-3A022151B0B5}" type="presOf" srcId="{1EEBB0E5-4887-4466-9102-4DA9C8AEEF46}" destId="{856B5F68-7994-4C2E-A340-E83D085ECAB7}" srcOrd="0" destOrd="0" presId="urn:microsoft.com/office/officeart/2005/8/layout/hierarchy3"/>
    <dgm:cxn modelId="{012D3262-1F56-4428-936C-23804805B1DB}" type="presOf" srcId="{35C5D71C-795D-47A6-9CD1-6EC752DB0C7D}" destId="{E4CAE79B-C01B-4653-80C1-354F2702D4EC}" srcOrd="0" destOrd="0" presId="urn:microsoft.com/office/officeart/2005/8/layout/hierarchy3"/>
    <dgm:cxn modelId="{C5794655-48A6-44F8-B467-68A1E1308AE1}" srcId="{35C5D71C-795D-47A6-9CD1-6EC752DB0C7D}" destId="{CE75E3D6-8A17-4EDB-A0F3-B0D82A89D78F}" srcOrd="4" destOrd="0" parTransId="{C48B3183-CBEC-4D04-9605-13CA488340CC}" sibTransId="{9EDC0D22-4608-4564-85BF-7EE3F7A52C58}"/>
    <dgm:cxn modelId="{65D8C759-E987-478D-84F0-0D32BFDF6C11}" srcId="{B4CC01FC-A79E-4695-92FB-C2CCD5AC1535}" destId="{AE5188D1-5E4E-445B-8DCA-EE69770F8963}" srcOrd="0" destOrd="0" parTransId="{601DD5A3-77C3-41A2-86DD-B6FDA0D6373C}" sibTransId="{F1966511-1F47-4CA4-97D7-47D3B852A6C9}"/>
    <dgm:cxn modelId="{5CA1048B-4339-4F13-BA0D-8DAB415FB8C0}" type="presOf" srcId="{E135FB1C-4E43-4FF5-9017-66D334F83AE5}" destId="{7B27C3BE-F5B7-4912-9977-14BC4FA4D7B6}" srcOrd="0" destOrd="0" presId="urn:microsoft.com/office/officeart/2005/8/layout/hierarchy3"/>
    <dgm:cxn modelId="{2A6A8D98-3C8F-49EF-9E75-843D93ED6494}" type="presOf" srcId="{A488DD5F-70CB-446B-98AF-E21344BCCF7A}" destId="{0BE02AF4-666C-44C4-A774-4EDD68ED430A}" srcOrd="0" destOrd="0" presId="urn:microsoft.com/office/officeart/2005/8/layout/hierarchy3"/>
    <dgm:cxn modelId="{EAE32C99-A212-4B78-91C5-ED68D9B31CC2}" srcId="{35C5D71C-795D-47A6-9CD1-6EC752DB0C7D}" destId="{270DBF0E-CADD-4BE5-AF7B-91F35A2175B6}" srcOrd="3" destOrd="0" parTransId="{7A323A9C-3B3F-46B6-8C97-D0568D3061DF}" sibTransId="{4B0EA93A-8D29-438C-8496-4C116F47E431}"/>
    <dgm:cxn modelId="{B90A129A-F2E6-4D94-8560-0621F55EECC1}" srcId="{3BFBC5CA-AE01-4247-B9A7-7D751CF23085}" destId="{1EEBB0E5-4887-4466-9102-4DA9C8AEEF46}" srcOrd="0" destOrd="0" parTransId="{E135FB1C-4E43-4FF5-9017-66D334F83AE5}" sibTransId="{03C8D5BE-5EE9-45BA-985F-242E54B2BF42}"/>
    <dgm:cxn modelId="{983F299C-D578-4E6A-94E8-D07B623BC3CB}" type="presOf" srcId="{4B17E0B0-06BB-45B0-B81F-97A10ADEC12C}" destId="{80193E4B-86B3-4FB7-8768-680844C4926A}" srcOrd="0" destOrd="0" presId="urn:microsoft.com/office/officeart/2005/8/layout/hierarchy3"/>
    <dgm:cxn modelId="{0296C5A0-1169-4AA8-B730-C4922465C7E5}" type="presOf" srcId="{CE75E3D6-8A17-4EDB-A0F3-B0D82A89D78F}" destId="{2A5DCFC6-08F0-4418-86E5-50C53BD2C68D}" srcOrd="0" destOrd="0" presId="urn:microsoft.com/office/officeart/2005/8/layout/hierarchy3"/>
    <dgm:cxn modelId="{77701DA5-A750-4B70-8FD7-D5F132C579FD}" srcId="{35C5D71C-795D-47A6-9CD1-6EC752DB0C7D}" destId="{232BA7A4-2D7D-4524-9ACB-10CF778D4B92}" srcOrd="2" destOrd="0" parTransId="{CF027961-7020-40B0-A573-B108A65F0515}" sibTransId="{BE7DC017-F302-4BDA-AA80-1D9A85196E1F}"/>
    <dgm:cxn modelId="{9375EFA6-6634-43AE-88F4-F65D3FF57094}" srcId="{4B17E0B0-06BB-45B0-B81F-97A10ADEC12C}" destId="{D62B304C-6796-4FF9-BA71-870D8CBB3A25}" srcOrd="0" destOrd="0" parTransId="{A488DD5F-70CB-446B-98AF-E21344BCCF7A}" sibTransId="{74ADF961-935F-4309-832D-299EC983BB18}"/>
    <dgm:cxn modelId="{159FE8BC-6DF1-44A9-9488-7F4168795EAA}" type="presOf" srcId="{D62B304C-6796-4FF9-BA71-870D8CBB3A25}" destId="{9B2DF77F-A359-4316-A084-123693038325}" srcOrd="0" destOrd="0" presId="urn:microsoft.com/office/officeart/2005/8/layout/hierarchy3"/>
    <dgm:cxn modelId="{40B6FAC5-AAD8-4D94-B207-436578749F8C}" type="presOf" srcId="{813E3CDE-BD99-4F36-BB56-2547006D067D}" destId="{4E97233E-2B65-48E6-AF21-6095C87F15FC}" srcOrd="0" destOrd="0" presId="urn:microsoft.com/office/officeart/2005/8/layout/hierarchy3"/>
    <dgm:cxn modelId="{68E7FFCD-BBFA-41D9-B76A-7E4A3C771081}" srcId="{232BA7A4-2D7D-4524-9ACB-10CF778D4B92}" destId="{813E3CDE-BD99-4F36-BB56-2547006D067D}" srcOrd="0" destOrd="0" parTransId="{38347C85-4599-4A54-890B-B7920DC3E5C6}" sibTransId="{AB51561E-5124-474F-9E31-EC632CDEC2D9}"/>
    <dgm:cxn modelId="{804190CE-AB7A-4D27-B770-CC670A487338}" type="presOf" srcId="{270DBF0E-CADD-4BE5-AF7B-91F35A2175B6}" destId="{FB8D3032-5223-418D-9BF7-22E2D976E3BE}" srcOrd="0" destOrd="0" presId="urn:microsoft.com/office/officeart/2005/8/layout/hierarchy3"/>
    <dgm:cxn modelId="{DBBE41D8-6D12-45D4-8C62-2494594A3E5B}" type="presOf" srcId="{B4CC01FC-A79E-4695-92FB-C2CCD5AC1535}" destId="{B71CD3B8-7EDA-4EBD-8628-4D3377B77A63}" srcOrd="1" destOrd="0" presId="urn:microsoft.com/office/officeart/2005/8/layout/hierarchy3"/>
    <dgm:cxn modelId="{5253D9D8-69D5-45B5-A345-2F8F2926888A}" type="presOf" srcId="{AE5188D1-5E4E-445B-8DCA-EE69770F8963}" destId="{268D9560-F203-4A4F-B9E9-7DBEC42D1E78}" srcOrd="0" destOrd="0" presId="urn:microsoft.com/office/officeart/2005/8/layout/hierarchy3"/>
    <dgm:cxn modelId="{DF638ADB-43B9-42FC-8BA0-979DED92C874}" srcId="{35C5D71C-795D-47A6-9CD1-6EC752DB0C7D}" destId="{4B17E0B0-06BB-45B0-B81F-97A10ADEC12C}" srcOrd="5" destOrd="0" parTransId="{21323337-EAE8-40B0-B853-77943853A67C}" sibTransId="{A70F00E3-644B-4A85-97DF-26B25736B3A7}"/>
    <dgm:cxn modelId="{0EDEDEDF-4C35-487F-AAC8-CC52669047C1}" type="presOf" srcId="{1560387E-3175-4902-A34F-5E00F1B755B9}" destId="{96E4ACBB-E9D6-413B-A316-89777DB51844}" srcOrd="0" destOrd="0" presId="urn:microsoft.com/office/officeart/2005/8/layout/hierarchy3"/>
    <dgm:cxn modelId="{172E5CE2-51B8-4355-A27F-FC92B5953A4A}" type="presOf" srcId="{232BA7A4-2D7D-4524-9ACB-10CF778D4B92}" destId="{707DD6B3-2005-48B6-9E7E-2A0ED67B36BA}" srcOrd="1" destOrd="0" presId="urn:microsoft.com/office/officeart/2005/8/layout/hierarchy3"/>
    <dgm:cxn modelId="{BDA404E4-2E99-489F-B021-8F2F9BC294D0}" type="presOf" srcId="{270DBF0E-CADD-4BE5-AF7B-91F35A2175B6}" destId="{419E33B4-671F-4CAB-B9F6-D8EA6D46FA5D}" srcOrd="1" destOrd="0" presId="urn:microsoft.com/office/officeart/2005/8/layout/hierarchy3"/>
    <dgm:cxn modelId="{8F828FE7-FABE-4214-82F5-0C3AC7B72209}" type="presOf" srcId="{B4CC01FC-A79E-4695-92FB-C2CCD5AC1535}" destId="{C11C43BA-6E0E-42C7-ACB3-5B5CDED9615F}" srcOrd="0" destOrd="0" presId="urn:microsoft.com/office/officeart/2005/8/layout/hierarchy3"/>
    <dgm:cxn modelId="{C7943EE8-89E5-447F-B769-5858B65399F3}" type="presOf" srcId="{3BFBC5CA-AE01-4247-B9A7-7D751CF23085}" destId="{E6E1FB44-F22A-435F-85E7-C55319F8DECB}" srcOrd="1" destOrd="0" presId="urn:microsoft.com/office/officeart/2005/8/layout/hierarchy3"/>
    <dgm:cxn modelId="{A41E5DEE-5853-4A57-A9AD-66E5F680A569}" type="presOf" srcId="{38347C85-4599-4A54-890B-B7920DC3E5C6}" destId="{71D2DA08-CDAA-4A5A-9BBE-F82F794E93B7}" srcOrd="0" destOrd="0" presId="urn:microsoft.com/office/officeart/2005/8/layout/hierarchy3"/>
    <dgm:cxn modelId="{8A4B0EF0-50AC-4FE7-A2DA-15B060CEE2E0}" type="presOf" srcId="{601DD5A3-77C3-41A2-86DD-B6FDA0D6373C}" destId="{7C2616C0-61C6-464F-874E-04ECD397148B}" srcOrd="0" destOrd="0" presId="urn:microsoft.com/office/officeart/2005/8/layout/hierarchy3"/>
    <dgm:cxn modelId="{7EDD6EF2-149A-4C4D-9201-B72DC4AA30ED}" type="presOf" srcId="{D5434654-E185-4F9B-AB3C-76005CD88676}" destId="{9A06284B-7135-4031-8AEF-224F6F55BE07}" srcOrd="0" destOrd="0" presId="urn:microsoft.com/office/officeart/2005/8/layout/hierarchy3"/>
    <dgm:cxn modelId="{3A2C27F6-494D-41AF-8351-A3EB2673DBE7}" type="presOf" srcId="{232BA7A4-2D7D-4524-9ACB-10CF778D4B92}" destId="{76531D76-9FCA-42C4-9978-8466CAA9C826}" srcOrd="0" destOrd="0" presId="urn:microsoft.com/office/officeart/2005/8/layout/hierarchy3"/>
    <dgm:cxn modelId="{670D5F81-4F70-49E1-8239-19B2C22EE225}" type="presParOf" srcId="{E4CAE79B-C01B-4653-80C1-354F2702D4EC}" destId="{3015154D-9B03-4571-93C7-195C78D8A177}" srcOrd="0" destOrd="0" presId="urn:microsoft.com/office/officeart/2005/8/layout/hierarchy3"/>
    <dgm:cxn modelId="{EE2D0F17-080E-4B9D-A1EE-AF2474200BA5}" type="presParOf" srcId="{3015154D-9B03-4571-93C7-195C78D8A177}" destId="{A53BDEB8-1D10-4EB3-A50E-4F845FFA73CD}" srcOrd="0" destOrd="0" presId="urn:microsoft.com/office/officeart/2005/8/layout/hierarchy3"/>
    <dgm:cxn modelId="{566EBE12-B123-43B3-8951-51C86BE64692}" type="presParOf" srcId="{A53BDEB8-1D10-4EB3-A50E-4F845FFA73CD}" destId="{C11C43BA-6E0E-42C7-ACB3-5B5CDED9615F}" srcOrd="0" destOrd="0" presId="urn:microsoft.com/office/officeart/2005/8/layout/hierarchy3"/>
    <dgm:cxn modelId="{20F8A8CB-1172-4F86-B237-A2FE8E9B979B}" type="presParOf" srcId="{A53BDEB8-1D10-4EB3-A50E-4F845FFA73CD}" destId="{B71CD3B8-7EDA-4EBD-8628-4D3377B77A63}" srcOrd="1" destOrd="0" presId="urn:microsoft.com/office/officeart/2005/8/layout/hierarchy3"/>
    <dgm:cxn modelId="{DDA3013B-9DD2-485A-BDA8-774AB9CAA465}" type="presParOf" srcId="{3015154D-9B03-4571-93C7-195C78D8A177}" destId="{FC438F10-29B3-4264-B3A0-17D38941F829}" srcOrd="1" destOrd="0" presId="urn:microsoft.com/office/officeart/2005/8/layout/hierarchy3"/>
    <dgm:cxn modelId="{31F05ACA-9DCB-4FB9-9C95-B38F25F2F604}" type="presParOf" srcId="{FC438F10-29B3-4264-B3A0-17D38941F829}" destId="{7C2616C0-61C6-464F-874E-04ECD397148B}" srcOrd="0" destOrd="0" presId="urn:microsoft.com/office/officeart/2005/8/layout/hierarchy3"/>
    <dgm:cxn modelId="{C53F5C0A-673E-4897-A50B-8DB4DB1548A7}" type="presParOf" srcId="{FC438F10-29B3-4264-B3A0-17D38941F829}" destId="{268D9560-F203-4A4F-B9E9-7DBEC42D1E78}" srcOrd="1" destOrd="0" presId="urn:microsoft.com/office/officeart/2005/8/layout/hierarchy3"/>
    <dgm:cxn modelId="{E2E838D0-31A8-4520-81D1-F632A3D51EB6}" type="presParOf" srcId="{E4CAE79B-C01B-4653-80C1-354F2702D4EC}" destId="{E105CC93-432E-4E77-B83C-85C00C2E7BF1}" srcOrd="1" destOrd="0" presId="urn:microsoft.com/office/officeart/2005/8/layout/hierarchy3"/>
    <dgm:cxn modelId="{79AB23C1-5F0E-4074-AFEF-55BC982625F8}" type="presParOf" srcId="{E105CC93-432E-4E77-B83C-85C00C2E7BF1}" destId="{5E667430-B63C-4F70-B9AE-004B5DA94903}" srcOrd="0" destOrd="0" presId="urn:microsoft.com/office/officeart/2005/8/layout/hierarchy3"/>
    <dgm:cxn modelId="{4D1ADB9D-79B7-4DAB-AA50-86EAFC99296F}" type="presParOf" srcId="{5E667430-B63C-4F70-B9AE-004B5DA94903}" destId="{CC818420-CC27-404A-84A4-B8D40314059B}" srcOrd="0" destOrd="0" presId="urn:microsoft.com/office/officeart/2005/8/layout/hierarchy3"/>
    <dgm:cxn modelId="{76BFA513-8B0B-471B-806A-6DD8743C890D}" type="presParOf" srcId="{5E667430-B63C-4F70-B9AE-004B5DA94903}" destId="{E6E1FB44-F22A-435F-85E7-C55319F8DECB}" srcOrd="1" destOrd="0" presId="urn:microsoft.com/office/officeart/2005/8/layout/hierarchy3"/>
    <dgm:cxn modelId="{AAE7BB79-1E9C-4C70-91D1-42B4BE42A427}" type="presParOf" srcId="{E105CC93-432E-4E77-B83C-85C00C2E7BF1}" destId="{E5BA0FBD-2A0C-40BC-BFA3-31C04C4E5B38}" srcOrd="1" destOrd="0" presId="urn:microsoft.com/office/officeart/2005/8/layout/hierarchy3"/>
    <dgm:cxn modelId="{5B985EAE-0AAF-44AE-9DA3-89470BEFC37A}" type="presParOf" srcId="{E5BA0FBD-2A0C-40BC-BFA3-31C04C4E5B38}" destId="{7B27C3BE-F5B7-4912-9977-14BC4FA4D7B6}" srcOrd="0" destOrd="0" presId="urn:microsoft.com/office/officeart/2005/8/layout/hierarchy3"/>
    <dgm:cxn modelId="{415420FD-1BA3-476E-B9FA-CD6F8082F3CC}" type="presParOf" srcId="{E5BA0FBD-2A0C-40BC-BFA3-31C04C4E5B38}" destId="{856B5F68-7994-4C2E-A340-E83D085ECAB7}" srcOrd="1" destOrd="0" presId="urn:microsoft.com/office/officeart/2005/8/layout/hierarchy3"/>
    <dgm:cxn modelId="{347436FC-01B2-4540-96C9-B688F96F0C17}" type="presParOf" srcId="{E4CAE79B-C01B-4653-80C1-354F2702D4EC}" destId="{2BBEA6BD-A86B-42B9-B21A-5B8E3CEA5A6A}" srcOrd="2" destOrd="0" presId="urn:microsoft.com/office/officeart/2005/8/layout/hierarchy3"/>
    <dgm:cxn modelId="{C355E21F-ABA6-46D0-AC46-7F93A2981596}" type="presParOf" srcId="{2BBEA6BD-A86B-42B9-B21A-5B8E3CEA5A6A}" destId="{072FF6C8-2FF2-4A3C-902F-95142C6B5943}" srcOrd="0" destOrd="0" presId="urn:microsoft.com/office/officeart/2005/8/layout/hierarchy3"/>
    <dgm:cxn modelId="{F14D4F62-E297-4793-A22A-C548F1F60C02}" type="presParOf" srcId="{072FF6C8-2FF2-4A3C-902F-95142C6B5943}" destId="{76531D76-9FCA-42C4-9978-8466CAA9C826}" srcOrd="0" destOrd="0" presId="urn:microsoft.com/office/officeart/2005/8/layout/hierarchy3"/>
    <dgm:cxn modelId="{3A5BDDDF-DD90-4AF2-A6AD-C060BBA13BE8}" type="presParOf" srcId="{072FF6C8-2FF2-4A3C-902F-95142C6B5943}" destId="{707DD6B3-2005-48B6-9E7E-2A0ED67B36BA}" srcOrd="1" destOrd="0" presId="urn:microsoft.com/office/officeart/2005/8/layout/hierarchy3"/>
    <dgm:cxn modelId="{60FD6AE0-EBD9-4614-A27D-6DCCF87DCE8B}" type="presParOf" srcId="{2BBEA6BD-A86B-42B9-B21A-5B8E3CEA5A6A}" destId="{E8E356E0-8EA6-4550-9AAA-1DAFE5C25E2C}" srcOrd="1" destOrd="0" presId="urn:microsoft.com/office/officeart/2005/8/layout/hierarchy3"/>
    <dgm:cxn modelId="{67A060B5-C866-4BB6-A53F-FA667BEC5D93}" type="presParOf" srcId="{E8E356E0-8EA6-4550-9AAA-1DAFE5C25E2C}" destId="{71D2DA08-CDAA-4A5A-9BBE-F82F794E93B7}" srcOrd="0" destOrd="0" presId="urn:microsoft.com/office/officeart/2005/8/layout/hierarchy3"/>
    <dgm:cxn modelId="{D65E51A6-7600-4CC1-B996-DE31C0200E7D}" type="presParOf" srcId="{E8E356E0-8EA6-4550-9AAA-1DAFE5C25E2C}" destId="{4E97233E-2B65-48E6-AF21-6095C87F15FC}" srcOrd="1" destOrd="0" presId="urn:microsoft.com/office/officeart/2005/8/layout/hierarchy3"/>
    <dgm:cxn modelId="{E7099172-F1A8-4A4B-A149-3BFA3BBE57E2}" type="presParOf" srcId="{E4CAE79B-C01B-4653-80C1-354F2702D4EC}" destId="{B8724242-1C98-4FA1-AFC2-EC9E81BC5D5B}" srcOrd="3" destOrd="0" presId="urn:microsoft.com/office/officeart/2005/8/layout/hierarchy3"/>
    <dgm:cxn modelId="{C6A1DB1D-DB98-4C2A-8F51-E66C1E6D1E61}" type="presParOf" srcId="{B8724242-1C98-4FA1-AFC2-EC9E81BC5D5B}" destId="{8161BA34-DA47-4EC9-8AAF-AF4F57C5C4C4}" srcOrd="0" destOrd="0" presId="urn:microsoft.com/office/officeart/2005/8/layout/hierarchy3"/>
    <dgm:cxn modelId="{E96ECA17-6B03-4B7D-9646-AD830396F75B}" type="presParOf" srcId="{8161BA34-DA47-4EC9-8AAF-AF4F57C5C4C4}" destId="{FB8D3032-5223-418D-9BF7-22E2D976E3BE}" srcOrd="0" destOrd="0" presId="urn:microsoft.com/office/officeart/2005/8/layout/hierarchy3"/>
    <dgm:cxn modelId="{27844559-B3C9-441A-8F2D-5DF9FA14ECFF}" type="presParOf" srcId="{8161BA34-DA47-4EC9-8AAF-AF4F57C5C4C4}" destId="{419E33B4-671F-4CAB-B9F6-D8EA6D46FA5D}" srcOrd="1" destOrd="0" presId="urn:microsoft.com/office/officeart/2005/8/layout/hierarchy3"/>
    <dgm:cxn modelId="{DC045241-8987-44E2-A3D2-D7727C9BBFB9}" type="presParOf" srcId="{B8724242-1C98-4FA1-AFC2-EC9E81BC5D5B}" destId="{BBD844EC-B959-4229-8317-7CE95CCCDCF6}" srcOrd="1" destOrd="0" presId="urn:microsoft.com/office/officeart/2005/8/layout/hierarchy3"/>
    <dgm:cxn modelId="{BEF2FD57-9F31-4F24-8EF5-F60E173EB44B}" type="presParOf" srcId="{BBD844EC-B959-4229-8317-7CE95CCCDCF6}" destId="{AD5655D4-6DA7-4640-9E41-59F3F3DDDDF4}" srcOrd="0" destOrd="0" presId="urn:microsoft.com/office/officeart/2005/8/layout/hierarchy3"/>
    <dgm:cxn modelId="{EDE53E7B-5233-4139-BB87-1F8F169031DF}" type="presParOf" srcId="{BBD844EC-B959-4229-8317-7CE95CCCDCF6}" destId="{97725781-64BD-4BB1-9421-1092B576C3F2}" srcOrd="1" destOrd="0" presId="urn:microsoft.com/office/officeart/2005/8/layout/hierarchy3"/>
    <dgm:cxn modelId="{8FA15761-9B86-488F-941D-216771A1AC89}" type="presParOf" srcId="{E4CAE79B-C01B-4653-80C1-354F2702D4EC}" destId="{E3379564-74F5-4713-8D60-3D4E00DA49AD}" srcOrd="4" destOrd="0" presId="urn:microsoft.com/office/officeart/2005/8/layout/hierarchy3"/>
    <dgm:cxn modelId="{AF3446D0-3207-4C3A-A687-ACD79C7DA9A0}" type="presParOf" srcId="{E3379564-74F5-4713-8D60-3D4E00DA49AD}" destId="{E90F490E-F8FA-4836-87D5-A7DB927EE5C1}" srcOrd="0" destOrd="0" presId="urn:microsoft.com/office/officeart/2005/8/layout/hierarchy3"/>
    <dgm:cxn modelId="{92FD93A8-1E8E-41C9-A8DF-CE383F7F907C}" type="presParOf" srcId="{E90F490E-F8FA-4836-87D5-A7DB927EE5C1}" destId="{2A5DCFC6-08F0-4418-86E5-50C53BD2C68D}" srcOrd="0" destOrd="0" presId="urn:microsoft.com/office/officeart/2005/8/layout/hierarchy3"/>
    <dgm:cxn modelId="{A6979489-3A18-4D23-9CFB-22C00A802067}" type="presParOf" srcId="{E90F490E-F8FA-4836-87D5-A7DB927EE5C1}" destId="{CFEDAA64-C5EF-47C1-A476-21353259E2B1}" srcOrd="1" destOrd="0" presId="urn:microsoft.com/office/officeart/2005/8/layout/hierarchy3"/>
    <dgm:cxn modelId="{14ACD278-D9C5-4FC0-AFFA-CECC7F5624FC}" type="presParOf" srcId="{E3379564-74F5-4713-8D60-3D4E00DA49AD}" destId="{61895F0C-02D5-4B48-8DD5-F0F555AD2D1E}" srcOrd="1" destOrd="0" presId="urn:microsoft.com/office/officeart/2005/8/layout/hierarchy3"/>
    <dgm:cxn modelId="{236CFE8E-83D1-44F9-9ED7-01947857A41D}" type="presParOf" srcId="{61895F0C-02D5-4B48-8DD5-F0F555AD2D1E}" destId="{9A06284B-7135-4031-8AEF-224F6F55BE07}" srcOrd="0" destOrd="0" presId="urn:microsoft.com/office/officeart/2005/8/layout/hierarchy3"/>
    <dgm:cxn modelId="{6CC3625F-20E5-4129-9EAB-54CF3C9BE0CC}" type="presParOf" srcId="{61895F0C-02D5-4B48-8DD5-F0F555AD2D1E}" destId="{96E4ACBB-E9D6-413B-A316-89777DB51844}" srcOrd="1" destOrd="0" presId="urn:microsoft.com/office/officeart/2005/8/layout/hierarchy3"/>
    <dgm:cxn modelId="{E7EC52C4-F383-4028-BE16-B7BB9ADFDB56}" type="presParOf" srcId="{E4CAE79B-C01B-4653-80C1-354F2702D4EC}" destId="{2A47FA25-F34A-4E0B-BBD1-EAB47144F216}" srcOrd="5" destOrd="0" presId="urn:microsoft.com/office/officeart/2005/8/layout/hierarchy3"/>
    <dgm:cxn modelId="{0A1CF159-F1E2-456E-B9B4-34BF0B1A252E}" type="presParOf" srcId="{2A47FA25-F34A-4E0B-BBD1-EAB47144F216}" destId="{A6976B07-3166-4538-AEB1-F19B739F6985}" srcOrd="0" destOrd="0" presId="urn:microsoft.com/office/officeart/2005/8/layout/hierarchy3"/>
    <dgm:cxn modelId="{7FE1058D-8549-4148-A708-220AEA7957A6}" type="presParOf" srcId="{A6976B07-3166-4538-AEB1-F19B739F6985}" destId="{80193E4B-86B3-4FB7-8768-680844C4926A}" srcOrd="0" destOrd="0" presId="urn:microsoft.com/office/officeart/2005/8/layout/hierarchy3"/>
    <dgm:cxn modelId="{017D4D57-8F47-451B-80DD-B75532094AC1}" type="presParOf" srcId="{A6976B07-3166-4538-AEB1-F19B739F6985}" destId="{64528CAF-C321-4BC3-9654-77ED8890FC4F}" srcOrd="1" destOrd="0" presId="urn:microsoft.com/office/officeart/2005/8/layout/hierarchy3"/>
    <dgm:cxn modelId="{02101060-6273-4FDB-BEDF-1BD5DCD50053}" type="presParOf" srcId="{2A47FA25-F34A-4E0B-BBD1-EAB47144F216}" destId="{8286A519-FACB-44EF-8D83-BEFC57190AF6}" srcOrd="1" destOrd="0" presId="urn:microsoft.com/office/officeart/2005/8/layout/hierarchy3"/>
    <dgm:cxn modelId="{7BD34C82-2D0D-4985-ACDF-86244B3E6EFE}" type="presParOf" srcId="{8286A519-FACB-44EF-8D83-BEFC57190AF6}" destId="{0BE02AF4-666C-44C4-A774-4EDD68ED430A}" srcOrd="0" destOrd="0" presId="urn:microsoft.com/office/officeart/2005/8/layout/hierarchy3"/>
    <dgm:cxn modelId="{CEBE5AA2-2EDF-47D4-9899-64B45730B8B9}" type="presParOf" srcId="{8286A519-FACB-44EF-8D83-BEFC57190AF6}" destId="{9B2DF77F-A359-4316-A084-12369303832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C5D71C-795D-47A6-9CD1-6EC752DB0C7D}" type="doc">
      <dgm:prSet loTypeId="urn:microsoft.com/office/officeart/2008/layout/AlternatingHexagons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B4CC01FC-A79E-4695-92FB-C2CCD5AC1535}">
      <dgm:prSet phldrT="[Text]" phldr="0"/>
      <dgm:spPr/>
      <dgm:t>
        <a:bodyPr/>
        <a:lstStyle/>
        <a:p>
          <a:r>
            <a:rPr lang="en-US" dirty="0"/>
            <a:t>2877</a:t>
          </a:r>
        </a:p>
      </dgm:t>
    </dgm:pt>
    <dgm:pt modelId="{DFF5A379-22DC-479A-8849-7098553C4682}" type="parTrans" cxnId="{3D47662F-0CB4-43FE-AF66-676D80C7AA3D}">
      <dgm:prSet/>
      <dgm:spPr/>
      <dgm:t>
        <a:bodyPr/>
        <a:lstStyle/>
        <a:p>
          <a:endParaRPr lang="en-US"/>
        </a:p>
      </dgm:t>
    </dgm:pt>
    <dgm:pt modelId="{A2536759-BDD6-4293-A2FB-4A05BFF23A99}" type="sibTrans" cxnId="{3D47662F-0CB4-43FE-AF66-676D80C7AA3D}">
      <dgm:prSet/>
      <dgm:spPr/>
      <dgm:t>
        <a:bodyPr/>
        <a:lstStyle/>
        <a:p>
          <a:endParaRPr lang="en-US"/>
        </a:p>
      </dgm:t>
    </dgm:pt>
    <dgm:pt modelId="{3BFBC5CA-AE01-4247-B9A7-7D751CF23085}">
      <dgm:prSet phldrT="[Text]" phldr="0"/>
      <dgm:spPr/>
      <dgm:t>
        <a:bodyPr/>
        <a:lstStyle/>
        <a:p>
          <a:r>
            <a:rPr lang="en-US" dirty="0"/>
            <a:t>192</a:t>
          </a:r>
        </a:p>
      </dgm:t>
    </dgm:pt>
    <dgm:pt modelId="{BDDAB6B4-5878-4831-8F03-37FA982CAB6C}" type="parTrans" cxnId="{1B7A802A-1A25-42A2-A215-FF7E53C2870B}">
      <dgm:prSet/>
      <dgm:spPr/>
      <dgm:t>
        <a:bodyPr/>
        <a:lstStyle/>
        <a:p>
          <a:endParaRPr lang="en-US"/>
        </a:p>
      </dgm:t>
    </dgm:pt>
    <dgm:pt modelId="{F8F1450B-1286-4A5D-81F8-7B4C39CDDC08}" type="sibTrans" cxnId="{1B7A802A-1A25-42A2-A215-FF7E53C2870B}">
      <dgm:prSet/>
      <dgm:spPr/>
      <dgm:t>
        <a:bodyPr/>
        <a:lstStyle/>
        <a:p>
          <a:endParaRPr lang="en-US"/>
        </a:p>
      </dgm:t>
    </dgm:pt>
    <dgm:pt modelId="{AE5188D1-5E4E-445B-8DCA-EE69770F8963}">
      <dgm:prSet/>
      <dgm:spPr/>
      <dgm:t>
        <a:bodyPr/>
        <a:lstStyle/>
        <a:p>
          <a:r>
            <a:rPr lang="en-US" dirty="0"/>
            <a:t>Unique customers</a:t>
          </a:r>
        </a:p>
      </dgm:t>
    </dgm:pt>
    <dgm:pt modelId="{601DD5A3-77C3-41A2-86DD-B6FDA0D6373C}" type="parTrans" cxnId="{65D8C759-E987-478D-84F0-0D32BFDF6C11}">
      <dgm:prSet/>
      <dgm:spPr/>
      <dgm:t>
        <a:bodyPr/>
        <a:lstStyle/>
        <a:p>
          <a:endParaRPr lang="en-US"/>
        </a:p>
      </dgm:t>
    </dgm:pt>
    <dgm:pt modelId="{F1966511-1F47-4CA4-97D7-47D3B852A6C9}" type="sibTrans" cxnId="{65D8C759-E987-478D-84F0-0D32BFDF6C11}">
      <dgm:prSet/>
      <dgm:spPr/>
      <dgm:t>
        <a:bodyPr/>
        <a:lstStyle/>
        <a:p>
          <a:endParaRPr lang="en-US"/>
        </a:p>
      </dgm:t>
    </dgm:pt>
    <dgm:pt modelId="{1EEBB0E5-4887-4466-9102-4DA9C8AEEF46}">
      <dgm:prSet/>
      <dgm:spPr/>
      <dgm:t>
        <a:bodyPr/>
        <a:lstStyle/>
        <a:p>
          <a:r>
            <a:rPr lang="en-US" dirty="0"/>
            <a:t>Repeat subscriptions((6’26%)</a:t>
          </a:r>
        </a:p>
      </dgm:t>
    </dgm:pt>
    <dgm:pt modelId="{E135FB1C-4E43-4FF5-9017-66D334F83AE5}" type="parTrans" cxnId="{B90A129A-F2E6-4D94-8560-0621F55EECC1}">
      <dgm:prSet/>
      <dgm:spPr/>
      <dgm:t>
        <a:bodyPr/>
        <a:lstStyle/>
        <a:p>
          <a:endParaRPr lang="en-US"/>
        </a:p>
      </dgm:t>
    </dgm:pt>
    <dgm:pt modelId="{03C8D5BE-5EE9-45BA-985F-242E54B2BF42}" type="sibTrans" cxnId="{B90A129A-F2E6-4D94-8560-0621F55EECC1}">
      <dgm:prSet/>
      <dgm:spPr/>
      <dgm:t>
        <a:bodyPr/>
        <a:lstStyle/>
        <a:p>
          <a:endParaRPr lang="en-US"/>
        </a:p>
      </dgm:t>
    </dgm:pt>
    <dgm:pt modelId="{BC7C5418-5B97-467C-9308-B9338716A735}" type="pres">
      <dgm:prSet presAssocID="{35C5D71C-795D-47A6-9CD1-6EC752DB0C7D}" presName="Name0" presStyleCnt="0">
        <dgm:presLayoutVars>
          <dgm:chMax/>
          <dgm:chPref/>
          <dgm:dir/>
          <dgm:animLvl val="lvl"/>
        </dgm:presLayoutVars>
      </dgm:prSet>
      <dgm:spPr/>
    </dgm:pt>
    <dgm:pt modelId="{4B872D31-05CB-45A7-B7B9-1713C2F1996E}" type="pres">
      <dgm:prSet presAssocID="{B4CC01FC-A79E-4695-92FB-C2CCD5AC1535}" presName="composite" presStyleCnt="0"/>
      <dgm:spPr/>
    </dgm:pt>
    <dgm:pt modelId="{37BB2D3B-3DDF-4FBF-B790-A92013CF7606}" type="pres">
      <dgm:prSet presAssocID="{B4CC01FC-A79E-4695-92FB-C2CCD5AC1535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E9AE16EF-1976-4B5E-A00A-2D4A02C976B8}" type="pres">
      <dgm:prSet presAssocID="{B4CC01FC-A79E-4695-92FB-C2CCD5AC1535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7D416104-EE9A-454B-B15F-95F120A2A6B7}" type="pres">
      <dgm:prSet presAssocID="{B4CC01FC-A79E-4695-92FB-C2CCD5AC1535}" presName="BalanceSpacing" presStyleCnt="0"/>
      <dgm:spPr/>
    </dgm:pt>
    <dgm:pt modelId="{F79F1780-8624-4FDE-82F0-32EBE57E8591}" type="pres">
      <dgm:prSet presAssocID="{B4CC01FC-A79E-4695-92FB-C2CCD5AC1535}" presName="BalanceSpacing1" presStyleCnt="0"/>
      <dgm:spPr/>
    </dgm:pt>
    <dgm:pt modelId="{CA0D8349-E991-4848-8D5E-F5E51B764EF1}" type="pres">
      <dgm:prSet presAssocID="{A2536759-BDD6-4293-A2FB-4A05BFF23A99}" presName="Accent1Text" presStyleLbl="node1" presStyleIdx="1" presStyleCnt="4"/>
      <dgm:spPr/>
    </dgm:pt>
    <dgm:pt modelId="{78F1CAA0-0833-4078-B1E0-180A8551538B}" type="pres">
      <dgm:prSet presAssocID="{A2536759-BDD6-4293-A2FB-4A05BFF23A99}" presName="spaceBetweenRectangles" presStyleCnt="0"/>
      <dgm:spPr/>
    </dgm:pt>
    <dgm:pt modelId="{F1AF1D57-0460-4DD0-8074-461EBF57D7E8}" type="pres">
      <dgm:prSet presAssocID="{3BFBC5CA-AE01-4247-B9A7-7D751CF23085}" presName="composite" presStyleCnt="0"/>
      <dgm:spPr/>
    </dgm:pt>
    <dgm:pt modelId="{D7A805B9-E164-44EF-9EB8-64E8B7C53B50}" type="pres">
      <dgm:prSet presAssocID="{3BFBC5CA-AE01-4247-B9A7-7D751CF23085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4710AA63-C5AC-4C52-AC2A-F9323EF01161}" type="pres">
      <dgm:prSet presAssocID="{3BFBC5CA-AE01-4247-B9A7-7D751CF23085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16247A80-BF28-4430-9AFC-AE2DACF4C421}" type="pres">
      <dgm:prSet presAssocID="{3BFBC5CA-AE01-4247-B9A7-7D751CF23085}" presName="BalanceSpacing" presStyleCnt="0"/>
      <dgm:spPr/>
    </dgm:pt>
    <dgm:pt modelId="{D9CA3CBD-4693-4B92-83CF-7187DBDAEBEF}" type="pres">
      <dgm:prSet presAssocID="{3BFBC5CA-AE01-4247-B9A7-7D751CF23085}" presName="BalanceSpacing1" presStyleCnt="0"/>
      <dgm:spPr/>
    </dgm:pt>
    <dgm:pt modelId="{FD043048-A9F0-4047-ABB0-463D9116CE05}" type="pres">
      <dgm:prSet presAssocID="{F8F1450B-1286-4A5D-81F8-7B4C39CDDC08}" presName="Accent1Text" presStyleLbl="node1" presStyleIdx="3" presStyleCnt="4"/>
      <dgm:spPr/>
    </dgm:pt>
  </dgm:ptLst>
  <dgm:cxnLst>
    <dgm:cxn modelId="{2DEBA11B-CCF2-4ABA-93DF-B897C85FCC2B}" type="presOf" srcId="{F8F1450B-1286-4A5D-81F8-7B4C39CDDC08}" destId="{FD043048-A9F0-4047-ABB0-463D9116CE05}" srcOrd="0" destOrd="0" presId="urn:microsoft.com/office/officeart/2008/layout/AlternatingHexagons"/>
    <dgm:cxn modelId="{1B7A802A-1A25-42A2-A215-FF7E53C2870B}" srcId="{35C5D71C-795D-47A6-9CD1-6EC752DB0C7D}" destId="{3BFBC5CA-AE01-4247-B9A7-7D751CF23085}" srcOrd="1" destOrd="0" parTransId="{BDDAB6B4-5878-4831-8F03-37FA982CAB6C}" sibTransId="{F8F1450B-1286-4A5D-81F8-7B4C39CDDC08}"/>
    <dgm:cxn modelId="{3D47662F-0CB4-43FE-AF66-676D80C7AA3D}" srcId="{35C5D71C-795D-47A6-9CD1-6EC752DB0C7D}" destId="{B4CC01FC-A79E-4695-92FB-C2CCD5AC1535}" srcOrd="0" destOrd="0" parTransId="{DFF5A379-22DC-479A-8849-7098553C4682}" sibTransId="{A2536759-BDD6-4293-A2FB-4A05BFF23A99}"/>
    <dgm:cxn modelId="{6AC30B62-A4C0-49BD-9295-6EFAD0AD96C9}" type="presOf" srcId="{AE5188D1-5E4E-445B-8DCA-EE69770F8963}" destId="{E9AE16EF-1976-4B5E-A00A-2D4A02C976B8}" srcOrd="0" destOrd="0" presId="urn:microsoft.com/office/officeart/2008/layout/AlternatingHexagons"/>
    <dgm:cxn modelId="{65D8C759-E987-478D-84F0-0D32BFDF6C11}" srcId="{B4CC01FC-A79E-4695-92FB-C2CCD5AC1535}" destId="{AE5188D1-5E4E-445B-8DCA-EE69770F8963}" srcOrd="0" destOrd="0" parTransId="{601DD5A3-77C3-41A2-86DD-B6FDA0D6373C}" sibTransId="{F1966511-1F47-4CA4-97D7-47D3B852A6C9}"/>
    <dgm:cxn modelId="{8EA31589-B269-4E29-B421-016C0A45A032}" type="presOf" srcId="{1EEBB0E5-4887-4466-9102-4DA9C8AEEF46}" destId="{4710AA63-C5AC-4C52-AC2A-F9323EF01161}" srcOrd="0" destOrd="0" presId="urn:microsoft.com/office/officeart/2008/layout/AlternatingHexagons"/>
    <dgm:cxn modelId="{B90A129A-F2E6-4D94-8560-0621F55EECC1}" srcId="{3BFBC5CA-AE01-4247-B9A7-7D751CF23085}" destId="{1EEBB0E5-4887-4466-9102-4DA9C8AEEF46}" srcOrd="0" destOrd="0" parTransId="{E135FB1C-4E43-4FF5-9017-66D334F83AE5}" sibTransId="{03C8D5BE-5EE9-45BA-985F-242E54B2BF42}"/>
    <dgm:cxn modelId="{740A45A4-6B67-42D0-AB0F-A29ECB422D92}" type="presOf" srcId="{B4CC01FC-A79E-4695-92FB-C2CCD5AC1535}" destId="{37BB2D3B-3DDF-4FBF-B790-A92013CF7606}" srcOrd="0" destOrd="0" presId="urn:microsoft.com/office/officeart/2008/layout/AlternatingHexagons"/>
    <dgm:cxn modelId="{C584BCBC-9EA1-443F-AD5E-84CC318152EF}" type="presOf" srcId="{A2536759-BDD6-4293-A2FB-4A05BFF23A99}" destId="{CA0D8349-E991-4848-8D5E-F5E51B764EF1}" srcOrd="0" destOrd="0" presId="urn:microsoft.com/office/officeart/2008/layout/AlternatingHexagons"/>
    <dgm:cxn modelId="{D5DD25E3-2451-4046-A2F1-1D874EB3A65D}" type="presOf" srcId="{3BFBC5CA-AE01-4247-B9A7-7D751CF23085}" destId="{D7A805B9-E164-44EF-9EB8-64E8B7C53B50}" srcOrd="0" destOrd="0" presId="urn:microsoft.com/office/officeart/2008/layout/AlternatingHexagons"/>
    <dgm:cxn modelId="{64C094FA-747E-4256-94AA-E2EC3B40B5B9}" type="presOf" srcId="{35C5D71C-795D-47A6-9CD1-6EC752DB0C7D}" destId="{BC7C5418-5B97-467C-9308-B9338716A735}" srcOrd="0" destOrd="0" presId="urn:microsoft.com/office/officeart/2008/layout/AlternatingHexagons"/>
    <dgm:cxn modelId="{BEFB9698-AF9C-45C9-B661-72120FF069F2}" type="presParOf" srcId="{BC7C5418-5B97-467C-9308-B9338716A735}" destId="{4B872D31-05CB-45A7-B7B9-1713C2F1996E}" srcOrd="0" destOrd="0" presId="urn:microsoft.com/office/officeart/2008/layout/AlternatingHexagons"/>
    <dgm:cxn modelId="{4DB1C249-480C-4D4D-A6A2-9351CBE670E6}" type="presParOf" srcId="{4B872D31-05CB-45A7-B7B9-1713C2F1996E}" destId="{37BB2D3B-3DDF-4FBF-B790-A92013CF7606}" srcOrd="0" destOrd="0" presId="urn:microsoft.com/office/officeart/2008/layout/AlternatingHexagons"/>
    <dgm:cxn modelId="{4A284644-D5A9-4FC5-B488-9CBEDADA55E2}" type="presParOf" srcId="{4B872D31-05CB-45A7-B7B9-1713C2F1996E}" destId="{E9AE16EF-1976-4B5E-A00A-2D4A02C976B8}" srcOrd="1" destOrd="0" presId="urn:microsoft.com/office/officeart/2008/layout/AlternatingHexagons"/>
    <dgm:cxn modelId="{3FB0696F-4BA7-44F7-927C-606A439A9106}" type="presParOf" srcId="{4B872D31-05CB-45A7-B7B9-1713C2F1996E}" destId="{7D416104-EE9A-454B-B15F-95F120A2A6B7}" srcOrd="2" destOrd="0" presId="urn:microsoft.com/office/officeart/2008/layout/AlternatingHexagons"/>
    <dgm:cxn modelId="{51DF33BA-BB41-4A76-9C73-8A2C720B369B}" type="presParOf" srcId="{4B872D31-05CB-45A7-B7B9-1713C2F1996E}" destId="{F79F1780-8624-4FDE-82F0-32EBE57E8591}" srcOrd="3" destOrd="0" presId="urn:microsoft.com/office/officeart/2008/layout/AlternatingHexagons"/>
    <dgm:cxn modelId="{F6D87ECF-6E1D-42B9-ABB7-1D8D548E427E}" type="presParOf" srcId="{4B872D31-05CB-45A7-B7B9-1713C2F1996E}" destId="{CA0D8349-E991-4848-8D5E-F5E51B764EF1}" srcOrd="4" destOrd="0" presId="urn:microsoft.com/office/officeart/2008/layout/AlternatingHexagons"/>
    <dgm:cxn modelId="{9DEAD947-27E6-487B-BEF5-C81B2C0D2347}" type="presParOf" srcId="{BC7C5418-5B97-467C-9308-B9338716A735}" destId="{78F1CAA0-0833-4078-B1E0-180A8551538B}" srcOrd="1" destOrd="0" presId="urn:microsoft.com/office/officeart/2008/layout/AlternatingHexagons"/>
    <dgm:cxn modelId="{C27CC6F7-AFDC-412B-A266-816F7642E7B5}" type="presParOf" srcId="{BC7C5418-5B97-467C-9308-B9338716A735}" destId="{F1AF1D57-0460-4DD0-8074-461EBF57D7E8}" srcOrd="2" destOrd="0" presId="urn:microsoft.com/office/officeart/2008/layout/AlternatingHexagons"/>
    <dgm:cxn modelId="{8E608FEC-3E88-477B-8EFF-1C3EB5B1403D}" type="presParOf" srcId="{F1AF1D57-0460-4DD0-8074-461EBF57D7E8}" destId="{D7A805B9-E164-44EF-9EB8-64E8B7C53B50}" srcOrd="0" destOrd="0" presId="urn:microsoft.com/office/officeart/2008/layout/AlternatingHexagons"/>
    <dgm:cxn modelId="{E630822D-F8D1-4F81-94DA-0FF0D3D010A3}" type="presParOf" srcId="{F1AF1D57-0460-4DD0-8074-461EBF57D7E8}" destId="{4710AA63-C5AC-4C52-AC2A-F9323EF01161}" srcOrd="1" destOrd="0" presId="urn:microsoft.com/office/officeart/2008/layout/AlternatingHexagons"/>
    <dgm:cxn modelId="{0F748E6E-9ACA-414B-AD30-EBA35E29E017}" type="presParOf" srcId="{F1AF1D57-0460-4DD0-8074-461EBF57D7E8}" destId="{16247A80-BF28-4430-9AFC-AE2DACF4C421}" srcOrd="2" destOrd="0" presId="urn:microsoft.com/office/officeart/2008/layout/AlternatingHexagons"/>
    <dgm:cxn modelId="{0F5D4B0A-0B1E-408A-8324-F60E9814620E}" type="presParOf" srcId="{F1AF1D57-0460-4DD0-8074-461EBF57D7E8}" destId="{D9CA3CBD-4693-4B92-83CF-7187DBDAEBEF}" srcOrd="3" destOrd="0" presId="urn:microsoft.com/office/officeart/2008/layout/AlternatingHexagons"/>
    <dgm:cxn modelId="{34AB6D66-18E1-4B9E-9D96-8251C4D215FF}" type="presParOf" srcId="{F1AF1D57-0460-4DD0-8074-461EBF57D7E8}" destId="{FD043048-A9F0-4047-ABB0-463D9116CE05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C5D71C-795D-47A6-9CD1-6EC752DB0C7D}" type="doc">
      <dgm:prSet loTypeId="urn:microsoft.com/office/officeart/2005/8/layout/vList6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B4CC01FC-A79E-4695-92FB-C2CCD5AC1535}">
      <dgm:prSet phldrT="[Text]" phldr="0"/>
      <dgm:spPr/>
      <dgm:t>
        <a:bodyPr/>
        <a:lstStyle/>
        <a:p>
          <a:r>
            <a:rPr lang="en-US" b="1" dirty="0"/>
            <a:t>854 Customers</a:t>
          </a:r>
        </a:p>
      </dgm:t>
    </dgm:pt>
    <dgm:pt modelId="{A2536759-BDD6-4293-A2FB-4A05BFF23A99}" type="sibTrans" cxnId="{3D47662F-0CB4-43FE-AF66-676D80C7AA3D}">
      <dgm:prSet/>
      <dgm:spPr/>
      <dgm:t>
        <a:bodyPr/>
        <a:lstStyle/>
        <a:p>
          <a:endParaRPr lang="en-US"/>
        </a:p>
      </dgm:t>
    </dgm:pt>
    <dgm:pt modelId="{DFF5A379-22DC-479A-8849-7098553C4682}" type="parTrans" cxnId="{3D47662F-0CB4-43FE-AF66-676D80C7AA3D}">
      <dgm:prSet/>
      <dgm:spPr/>
      <dgm:t>
        <a:bodyPr/>
        <a:lstStyle/>
        <a:p>
          <a:endParaRPr lang="en-US"/>
        </a:p>
      </dgm:t>
    </dgm:pt>
    <dgm:pt modelId="{AE5188D1-5E4E-445B-8DCA-EE69770F8963}">
      <dgm:prSet/>
      <dgm:spPr/>
      <dgm:t>
        <a:bodyPr anchor="ctr"/>
        <a:lstStyle/>
        <a:p>
          <a:pPr algn="l">
            <a:buFont typeface="Arial" panose="020B0604020202020204" pitchFamily="34" charset="0"/>
            <a:buNone/>
          </a:pPr>
          <a:r>
            <a:rPr lang="en-US" dirty="0"/>
            <a:t>Churned within first month – the largest segment</a:t>
          </a:r>
        </a:p>
      </dgm:t>
    </dgm:pt>
    <dgm:pt modelId="{F1966511-1F47-4CA4-97D7-47D3B852A6C9}" type="sibTrans" cxnId="{65D8C759-E987-478D-84F0-0D32BFDF6C11}">
      <dgm:prSet/>
      <dgm:spPr/>
      <dgm:t>
        <a:bodyPr/>
        <a:lstStyle/>
        <a:p>
          <a:endParaRPr lang="en-US"/>
        </a:p>
      </dgm:t>
    </dgm:pt>
    <dgm:pt modelId="{601DD5A3-77C3-41A2-86DD-B6FDA0D6373C}" type="parTrans" cxnId="{65D8C759-E987-478D-84F0-0D32BFDF6C11}">
      <dgm:prSet/>
      <dgm:spPr/>
      <dgm:t>
        <a:bodyPr/>
        <a:lstStyle/>
        <a:p>
          <a:endParaRPr lang="en-US"/>
        </a:p>
      </dgm:t>
    </dgm:pt>
    <dgm:pt modelId="{3BFBC5CA-AE01-4247-B9A7-7D751CF23085}">
      <dgm:prSet phldrT="[Text]" phldr="0"/>
      <dgm:spPr/>
      <dgm:t>
        <a:bodyPr/>
        <a:lstStyle/>
        <a:p>
          <a:r>
            <a:rPr lang="en-US" b="1" dirty="0"/>
            <a:t>77.2 Days</a:t>
          </a:r>
        </a:p>
      </dgm:t>
    </dgm:pt>
    <dgm:pt modelId="{F8F1450B-1286-4A5D-81F8-7B4C39CDDC08}" type="sibTrans" cxnId="{1B7A802A-1A25-42A2-A215-FF7E53C2870B}">
      <dgm:prSet/>
      <dgm:spPr/>
      <dgm:t>
        <a:bodyPr/>
        <a:lstStyle/>
        <a:p>
          <a:endParaRPr lang="en-US"/>
        </a:p>
      </dgm:t>
    </dgm:pt>
    <dgm:pt modelId="{BDDAB6B4-5878-4831-8F03-37FA982CAB6C}" type="parTrans" cxnId="{1B7A802A-1A25-42A2-A215-FF7E53C2870B}">
      <dgm:prSet/>
      <dgm:spPr/>
      <dgm:t>
        <a:bodyPr/>
        <a:lstStyle/>
        <a:p>
          <a:endParaRPr lang="en-US"/>
        </a:p>
      </dgm:t>
    </dgm:pt>
    <dgm:pt modelId="{1EEBB0E5-4887-4466-9102-4DA9C8AEEF46}">
      <dgm:prSet/>
      <dgm:spPr/>
      <dgm:t>
        <a:bodyPr anchor="ctr"/>
        <a:lstStyle/>
        <a:p>
          <a:pPr algn="l">
            <a:buFont typeface="Arial" panose="020B0604020202020204" pitchFamily="34" charset="0"/>
            <a:buNone/>
          </a:pPr>
          <a:r>
            <a:rPr lang="en-US" dirty="0"/>
            <a:t>Average subscription duration (median: 52 days)</a:t>
          </a:r>
        </a:p>
      </dgm:t>
    </dgm:pt>
    <dgm:pt modelId="{03C8D5BE-5EE9-45BA-985F-242E54B2BF42}" type="sibTrans" cxnId="{B90A129A-F2E6-4D94-8560-0621F55EECC1}">
      <dgm:prSet/>
      <dgm:spPr/>
      <dgm:t>
        <a:bodyPr/>
        <a:lstStyle/>
        <a:p>
          <a:endParaRPr lang="en-US"/>
        </a:p>
      </dgm:t>
    </dgm:pt>
    <dgm:pt modelId="{E135FB1C-4E43-4FF5-9017-66D334F83AE5}" type="parTrans" cxnId="{B90A129A-F2E6-4D94-8560-0621F55EECC1}">
      <dgm:prSet/>
      <dgm:spPr/>
      <dgm:t>
        <a:bodyPr/>
        <a:lstStyle/>
        <a:p>
          <a:endParaRPr lang="en-US"/>
        </a:p>
      </dgm:t>
    </dgm:pt>
    <dgm:pt modelId="{236395E8-0966-4FA6-9B0C-CE4622EAB5D6}">
      <dgm:prSet/>
      <dgm:spPr/>
      <dgm:t>
        <a:bodyPr/>
        <a:lstStyle/>
        <a:p>
          <a:r>
            <a:rPr lang="en-US" b="1"/>
            <a:t>16.16%</a:t>
          </a:r>
          <a:endParaRPr lang="en-US" b="1" dirty="0"/>
        </a:p>
      </dgm:t>
    </dgm:pt>
    <dgm:pt modelId="{866FEE04-9404-457F-868A-3100480F6734}" type="parTrans" cxnId="{E987054A-B0EE-41D7-B99B-2FCC8A8D0AFD}">
      <dgm:prSet/>
      <dgm:spPr/>
      <dgm:t>
        <a:bodyPr/>
        <a:lstStyle/>
        <a:p>
          <a:endParaRPr lang="en-US"/>
        </a:p>
      </dgm:t>
    </dgm:pt>
    <dgm:pt modelId="{735CE146-9B5F-4E88-A047-19FBC78ED1B1}" type="sibTrans" cxnId="{E987054A-B0EE-41D7-B99B-2FCC8A8D0AFD}">
      <dgm:prSet/>
      <dgm:spPr/>
      <dgm:t>
        <a:bodyPr/>
        <a:lstStyle/>
        <a:p>
          <a:endParaRPr lang="en-US"/>
        </a:p>
      </dgm:t>
    </dgm:pt>
    <dgm:pt modelId="{8E34A25A-BF09-4776-8697-5A3FF2A64E9A}">
      <dgm:prSet/>
      <dgm:spPr/>
      <dgm:t>
        <a:bodyPr anchor="ctr"/>
        <a:lstStyle/>
        <a:p>
          <a:pPr algn="l">
            <a:buNone/>
          </a:pPr>
          <a:r>
            <a:rPr lang="en-US" dirty="0"/>
            <a:t> Only 496 customers maintain subscriptions for 5+ months</a:t>
          </a:r>
        </a:p>
      </dgm:t>
    </dgm:pt>
    <dgm:pt modelId="{C1F6E034-8C9E-40BD-A1CD-0013A93C3787}" type="parTrans" cxnId="{AC5A103B-AC16-4888-96B9-5CA4BF716310}">
      <dgm:prSet/>
      <dgm:spPr/>
      <dgm:t>
        <a:bodyPr/>
        <a:lstStyle/>
        <a:p>
          <a:endParaRPr lang="en-US"/>
        </a:p>
      </dgm:t>
    </dgm:pt>
    <dgm:pt modelId="{067BEB7D-D465-413D-84CB-FBA79EC4F703}" type="sibTrans" cxnId="{AC5A103B-AC16-4888-96B9-5CA4BF716310}">
      <dgm:prSet/>
      <dgm:spPr/>
      <dgm:t>
        <a:bodyPr/>
        <a:lstStyle/>
        <a:p>
          <a:endParaRPr lang="en-US"/>
        </a:p>
      </dgm:t>
    </dgm:pt>
    <dgm:pt modelId="{95FCE493-3165-4628-85CE-14AB6308A1ED}" type="pres">
      <dgm:prSet presAssocID="{35C5D71C-795D-47A6-9CD1-6EC752DB0C7D}" presName="Name0" presStyleCnt="0">
        <dgm:presLayoutVars>
          <dgm:dir/>
          <dgm:animLvl val="lvl"/>
          <dgm:resizeHandles/>
        </dgm:presLayoutVars>
      </dgm:prSet>
      <dgm:spPr/>
    </dgm:pt>
    <dgm:pt modelId="{F0D380B3-E1EF-478B-A88C-5A8024DCA487}" type="pres">
      <dgm:prSet presAssocID="{B4CC01FC-A79E-4695-92FB-C2CCD5AC1535}" presName="linNode" presStyleCnt="0"/>
      <dgm:spPr/>
    </dgm:pt>
    <dgm:pt modelId="{7AFBFD58-BE7D-4BBE-B9CC-FDBC64687B7E}" type="pres">
      <dgm:prSet presAssocID="{B4CC01FC-A79E-4695-92FB-C2CCD5AC1535}" presName="parentShp" presStyleLbl="node1" presStyleIdx="0" presStyleCnt="3">
        <dgm:presLayoutVars>
          <dgm:bulletEnabled val="1"/>
        </dgm:presLayoutVars>
      </dgm:prSet>
      <dgm:spPr/>
    </dgm:pt>
    <dgm:pt modelId="{20BDACC8-DA70-4437-BAB9-1228C8D111ED}" type="pres">
      <dgm:prSet presAssocID="{B4CC01FC-A79E-4695-92FB-C2CCD5AC1535}" presName="childShp" presStyleLbl="bgAccFollowNode1" presStyleIdx="0" presStyleCnt="3">
        <dgm:presLayoutVars>
          <dgm:bulletEnabled val="1"/>
        </dgm:presLayoutVars>
      </dgm:prSet>
      <dgm:spPr/>
    </dgm:pt>
    <dgm:pt modelId="{5BAF3764-11F2-4871-A34D-ACAB9DAA8A7B}" type="pres">
      <dgm:prSet presAssocID="{A2536759-BDD6-4293-A2FB-4A05BFF23A99}" presName="spacing" presStyleCnt="0"/>
      <dgm:spPr/>
    </dgm:pt>
    <dgm:pt modelId="{341514F1-C913-4D86-9F65-7EA9240E261D}" type="pres">
      <dgm:prSet presAssocID="{3BFBC5CA-AE01-4247-B9A7-7D751CF23085}" presName="linNode" presStyleCnt="0"/>
      <dgm:spPr/>
    </dgm:pt>
    <dgm:pt modelId="{83AE25C2-4A26-405A-90F7-276945A2BA45}" type="pres">
      <dgm:prSet presAssocID="{3BFBC5CA-AE01-4247-B9A7-7D751CF23085}" presName="parentShp" presStyleLbl="node1" presStyleIdx="1" presStyleCnt="3">
        <dgm:presLayoutVars>
          <dgm:bulletEnabled val="1"/>
        </dgm:presLayoutVars>
      </dgm:prSet>
      <dgm:spPr/>
    </dgm:pt>
    <dgm:pt modelId="{1060053B-4DC1-46D9-8D87-9CF8BBEDBFAC}" type="pres">
      <dgm:prSet presAssocID="{3BFBC5CA-AE01-4247-B9A7-7D751CF23085}" presName="childShp" presStyleLbl="bgAccFollowNode1" presStyleIdx="1" presStyleCnt="3">
        <dgm:presLayoutVars>
          <dgm:bulletEnabled val="1"/>
        </dgm:presLayoutVars>
      </dgm:prSet>
      <dgm:spPr/>
    </dgm:pt>
    <dgm:pt modelId="{046DF522-9BDF-4539-9DFD-9BDD38B7C3E4}" type="pres">
      <dgm:prSet presAssocID="{F8F1450B-1286-4A5D-81F8-7B4C39CDDC08}" presName="spacing" presStyleCnt="0"/>
      <dgm:spPr/>
    </dgm:pt>
    <dgm:pt modelId="{4FAD5BA1-085E-4020-B0CF-4ECCCA11B5BE}" type="pres">
      <dgm:prSet presAssocID="{236395E8-0966-4FA6-9B0C-CE4622EAB5D6}" presName="linNode" presStyleCnt="0"/>
      <dgm:spPr/>
    </dgm:pt>
    <dgm:pt modelId="{88C9C969-AC93-4159-B503-6C403D3B0D7E}" type="pres">
      <dgm:prSet presAssocID="{236395E8-0966-4FA6-9B0C-CE4622EAB5D6}" presName="parentShp" presStyleLbl="node1" presStyleIdx="2" presStyleCnt="3">
        <dgm:presLayoutVars>
          <dgm:bulletEnabled val="1"/>
        </dgm:presLayoutVars>
      </dgm:prSet>
      <dgm:spPr/>
    </dgm:pt>
    <dgm:pt modelId="{9C553241-8694-497D-8CA2-8A16B9A40702}" type="pres">
      <dgm:prSet presAssocID="{236395E8-0966-4FA6-9B0C-CE4622EAB5D6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38989417-74EC-4B2D-8F75-BDA1C432D4FD}" type="presOf" srcId="{B4CC01FC-A79E-4695-92FB-C2CCD5AC1535}" destId="{7AFBFD58-BE7D-4BBE-B9CC-FDBC64687B7E}" srcOrd="0" destOrd="0" presId="urn:microsoft.com/office/officeart/2005/8/layout/vList6"/>
    <dgm:cxn modelId="{1B7A802A-1A25-42A2-A215-FF7E53C2870B}" srcId="{35C5D71C-795D-47A6-9CD1-6EC752DB0C7D}" destId="{3BFBC5CA-AE01-4247-B9A7-7D751CF23085}" srcOrd="1" destOrd="0" parTransId="{BDDAB6B4-5878-4831-8F03-37FA982CAB6C}" sibTransId="{F8F1450B-1286-4A5D-81F8-7B4C39CDDC08}"/>
    <dgm:cxn modelId="{3D47662F-0CB4-43FE-AF66-676D80C7AA3D}" srcId="{35C5D71C-795D-47A6-9CD1-6EC752DB0C7D}" destId="{B4CC01FC-A79E-4695-92FB-C2CCD5AC1535}" srcOrd="0" destOrd="0" parTransId="{DFF5A379-22DC-479A-8849-7098553C4682}" sibTransId="{A2536759-BDD6-4293-A2FB-4A05BFF23A99}"/>
    <dgm:cxn modelId="{AC5A103B-AC16-4888-96B9-5CA4BF716310}" srcId="{236395E8-0966-4FA6-9B0C-CE4622EAB5D6}" destId="{8E34A25A-BF09-4776-8697-5A3FF2A64E9A}" srcOrd="0" destOrd="0" parTransId="{C1F6E034-8C9E-40BD-A1CD-0013A93C3787}" sibTransId="{067BEB7D-D465-413D-84CB-FBA79EC4F703}"/>
    <dgm:cxn modelId="{E987054A-B0EE-41D7-B99B-2FCC8A8D0AFD}" srcId="{35C5D71C-795D-47A6-9CD1-6EC752DB0C7D}" destId="{236395E8-0966-4FA6-9B0C-CE4622EAB5D6}" srcOrd="2" destOrd="0" parTransId="{866FEE04-9404-457F-868A-3100480F6734}" sibTransId="{735CE146-9B5F-4E88-A047-19FBC78ED1B1}"/>
    <dgm:cxn modelId="{E63DC76B-2CA5-4DA9-9900-3A095D974356}" type="presOf" srcId="{AE5188D1-5E4E-445B-8DCA-EE69770F8963}" destId="{20BDACC8-DA70-4437-BAB9-1228C8D111ED}" srcOrd="0" destOrd="0" presId="urn:microsoft.com/office/officeart/2005/8/layout/vList6"/>
    <dgm:cxn modelId="{056E394D-EDC8-48C7-A913-4195AE419E7A}" type="presOf" srcId="{8E34A25A-BF09-4776-8697-5A3FF2A64E9A}" destId="{9C553241-8694-497D-8CA2-8A16B9A40702}" srcOrd="0" destOrd="0" presId="urn:microsoft.com/office/officeart/2005/8/layout/vList6"/>
    <dgm:cxn modelId="{65D8C759-E987-478D-84F0-0D32BFDF6C11}" srcId="{B4CC01FC-A79E-4695-92FB-C2CCD5AC1535}" destId="{AE5188D1-5E4E-445B-8DCA-EE69770F8963}" srcOrd="0" destOrd="0" parTransId="{601DD5A3-77C3-41A2-86DD-B6FDA0D6373C}" sibTransId="{F1966511-1F47-4CA4-97D7-47D3B852A6C9}"/>
    <dgm:cxn modelId="{2398747A-E682-4864-85FA-16AFDB7F6401}" type="presOf" srcId="{3BFBC5CA-AE01-4247-B9A7-7D751CF23085}" destId="{83AE25C2-4A26-405A-90F7-276945A2BA45}" srcOrd="0" destOrd="0" presId="urn:microsoft.com/office/officeart/2005/8/layout/vList6"/>
    <dgm:cxn modelId="{DEB2DB98-D2FF-4070-960F-51A5915B39BC}" type="presOf" srcId="{1EEBB0E5-4887-4466-9102-4DA9C8AEEF46}" destId="{1060053B-4DC1-46D9-8D87-9CF8BBEDBFAC}" srcOrd="0" destOrd="0" presId="urn:microsoft.com/office/officeart/2005/8/layout/vList6"/>
    <dgm:cxn modelId="{B90A129A-F2E6-4D94-8560-0621F55EECC1}" srcId="{3BFBC5CA-AE01-4247-B9A7-7D751CF23085}" destId="{1EEBB0E5-4887-4466-9102-4DA9C8AEEF46}" srcOrd="0" destOrd="0" parTransId="{E135FB1C-4E43-4FF5-9017-66D334F83AE5}" sibTransId="{03C8D5BE-5EE9-45BA-985F-242E54B2BF42}"/>
    <dgm:cxn modelId="{BEA525BB-CA8C-4323-986D-D930F6AC8800}" type="presOf" srcId="{236395E8-0966-4FA6-9B0C-CE4622EAB5D6}" destId="{88C9C969-AC93-4159-B503-6C403D3B0D7E}" srcOrd="0" destOrd="0" presId="urn:microsoft.com/office/officeart/2005/8/layout/vList6"/>
    <dgm:cxn modelId="{3F68E8D3-8569-4319-B803-0854F4096265}" type="presOf" srcId="{35C5D71C-795D-47A6-9CD1-6EC752DB0C7D}" destId="{95FCE493-3165-4628-85CE-14AB6308A1ED}" srcOrd="0" destOrd="0" presId="urn:microsoft.com/office/officeart/2005/8/layout/vList6"/>
    <dgm:cxn modelId="{A4D2A50D-A7B0-460E-A0F8-11A63BA67C0B}" type="presParOf" srcId="{95FCE493-3165-4628-85CE-14AB6308A1ED}" destId="{F0D380B3-E1EF-478B-A88C-5A8024DCA487}" srcOrd="0" destOrd="0" presId="urn:microsoft.com/office/officeart/2005/8/layout/vList6"/>
    <dgm:cxn modelId="{F3FE9DDA-A1DD-42AE-AF97-681DC452F8A8}" type="presParOf" srcId="{F0D380B3-E1EF-478B-A88C-5A8024DCA487}" destId="{7AFBFD58-BE7D-4BBE-B9CC-FDBC64687B7E}" srcOrd="0" destOrd="0" presId="urn:microsoft.com/office/officeart/2005/8/layout/vList6"/>
    <dgm:cxn modelId="{DC4C1BB7-383A-4456-B8AD-9BB981BF6E94}" type="presParOf" srcId="{F0D380B3-E1EF-478B-A88C-5A8024DCA487}" destId="{20BDACC8-DA70-4437-BAB9-1228C8D111ED}" srcOrd="1" destOrd="0" presId="urn:microsoft.com/office/officeart/2005/8/layout/vList6"/>
    <dgm:cxn modelId="{7022D927-AAF5-4A95-9246-C137EDB498E8}" type="presParOf" srcId="{95FCE493-3165-4628-85CE-14AB6308A1ED}" destId="{5BAF3764-11F2-4871-A34D-ACAB9DAA8A7B}" srcOrd="1" destOrd="0" presId="urn:microsoft.com/office/officeart/2005/8/layout/vList6"/>
    <dgm:cxn modelId="{9895AF0C-36DA-4592-BCBE-0CF6C8682275}" type="presParOf" srcId="{95FCE493-3165-4628-85CE-14AB6308A1ED}" destId="{341514F1-C913-4D86-9F65-7EA9240E261D}" srcOrd="2" destOrd="0" presId="urn:microsoft.com/office/officeart/2005/8/layout/vList6"/>
    <dgm:cxn modelId="{D8622BAC-C347-4C1E-89B3-A005BA08D121}" type="presParOf" srcId="{341514F1-C913-4D86-9F65-7EA9240E261D}" destId="{83AE25C2-4A26-405A-90F7-276945A2BA45}" srcOrd="0" destOrd="0" presId="urn:microsoft.com/office/officeart/2005/8/layout/vList6"/>
    <dgm:cxn modelId="{6A0F44FF-4FAF-4320-8FAC-96813ECE95EF}" type="presParOf" srcId="{341514F1-C913-4D86-9F65-7EA9240E261D}" destId="{1060053B-4DC1-46D9-8D87-9CF8BBEDBFAC}" srcOrd="1" destOrd="0" presId="urn:microsoft.com/office/officeart/2005/8/layout/vList6"/>
    <dgm:cxn modelId="{8065486A-95A8-47F6-AFF2-3C9FAFD39478}" type="presParOf" srcId="{95FCE493-3165-4628-85CE-14AB6308A1ED}" destId="{046DF522-9BDF-4539-9DFD-9BDD38B7C3E4}" srcOrd="3" destOrd="0" presId="urn:microsoft.com/office/officeart/2005/8/layout/vList6"/>
    <dgm:cxn modelId="{91C44FA4-F60C-4C6A-8FF8-6D969420C5AE}" type="presParOf" srcId="{95FCE493-3165-4628-85CE-14AB6308A1ED}" destId="{4FAD5BA1-085E-4020-B0CF-4ECCCA11B5BE}" srcOrd="4" destOrd="0" presId="urn:microsoft.com/office/officeart/2005/8/layout/vList6"/>
    <dgm:cxn modelId="{E3B60252-345D-49EA-BB1A-639FB0B373B7}" type="presParOf" srcId="{4FAD5BA1-085E-4020-B0CF-4ECCCA11B5BE}" destId="{88C9C969-AC93-4159-B503-6C403D3B0D7E}" srcOrd="0" destOrd="0" presId="urn:microsoft.com/office/officeart/2005/8/layout/vList6"/>
    <dgm:cxn modelId="{2E1F1584-4CC0-47EE-A253-4FC37E0F2014}" type="presParOf" srcId="{4FAD5BA1-085E-4020-B0CF-4ECCCA11B5BE}" destId="{9C553241-8694-497D-8CA2-8A16B9A40702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B48227-5D7D-4AD0-8CD2-CE28CB3DEF14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537276-DE32-49E6-B23B-D2847ACA36EE}">
      <dgm:prSet phldrT="[Text]" phldr="0"/>
      <dgm:spPr/>
      <dgm:t>
        <a:bodyPr/>
        <a:lstStyle/>
        <a:p>
          <a:r>
            <a:rPr lang="en-US" dirty="0"/>
            <a:t>Focus on First 60 Days</a:t>
          </a:r>
        </a:p>
      </dgm:t>
    </dgm:pt>
    <dgm:pt modelId="{A6CE6291-8E71-46A6-ADE4-6683F91DBE29}" type="parTrans" cxnId="{473BB2C6-F73B-49AE-B4FC-E356D65727BD}">
      <dgm:prSet/>
      <dgm:spPr/>
      <dgm:t>
        <a:bodyPr/>
        <a:lstStyle/>
        <a:p>
          <a:endParaRPr lang="en-US"/>
        </a:p>
      </dgm:t>
    </dgm:pt>
    <dgm:pt modelId="{32261DC0-81E0-4CC1-92B4-09BC30A261A8}" type="sibTrans" cxnId="{473BB2C6-F73B-49AE-B4FC-E356D65727BD}">
      <dgm:prSet/>
      <dgm:spPr/>
      <dgm:t>
        <a:bodyPr/>
        <a:lstStyle/>
        <a:p>
          <a:endParaRPr lang="en-US"/>
        </a:p>
      </dgm:t>
    </dgm:pt>
    <dgm:pt modelId="{423CD54E-3D7C-4D4E-AB50-FC61B0E1F3FA}">
      <dgm:prSet phldrT="[Text]" phldr="0"/>
      <dgm:spPr/>
      <dgm:t>
        <a:bodyPr/>
        <a:lstStyle/>
        <a:p>
          <a:r>
            <a:rPr lang="af-ZA" dirty="0"/>
            <a:t>Payment Recovery</a:t>
          </a:r>
          <a:endParaRPr lang="en-US" dirty="0"/>
        </a:p>
      </dgm:t>
    </dgm:pt>
    <dgm:pt modelId="{4F09FA1B-3C30-4AE5-927E-2B5F8E92E3C8}" type="parTrans" cxnId="{576B8756-FEED-4367-8329-3B6C6DDBA3B4}">
      <dgm:prSet/>
      <dgm:spPr/>
      <dgm:t>
        <a:bodyPr/>
        <a:lstStyle/>
        <a:p>
          <a:endParaRPr lang="en-US"/>
        </a:p>
      </dgm:t>
    </dgm:pt>
    <dgm:pt modelId="{4EDC1137-468D-469A-8F5B-F1DF6F359149}" type="sibTrans" cxnId="{576B8756-FEED-4367-8329-3B6C6DDBA3B4}">
      <dgm:prSet/>
      <dgm:spPr/>
      <dgm:t>
        <a:bodyPr/>
        <a:lstStyle/>
        <a:p>
          <a:endParaRPr lang="en-US"/>
        </a:p>
      </dgm:t>
    </dgm:pt>
    <dgm:pt modelId="{77DF6613-9B40-4D0B-8884-F2C731613974}">
      <dgm:prSet phldrT="[Text]" phldr="0"/>
      <dgm:spPr/>
      <dgm:t>
        <a:bodyPr/>
        <a:lstStyle/>
        <a:p>
          <a:r>
            <a:rPr lang="af-ZA" dirty="0"/>
            <a:t>Replicate Mid-2023</a:t>
          </a:r>
        </a:p>
      </dgm:t>
    </dgm:pt>
    <dgm:pt modelId="{F136C99E-E9A6-4DF5-B3B7-061F03FAD2B6}" type="parTrans" cxnId="{C570A479-0D8B-4A30-9587-9988BFDCBBE2}">
      <dgm:prSet/>
      <dgm:spPr/>
      <dgm:t>
        <a:bodyPr/>
        <a:lstStyle/>
        <a:p>
          <a:endParaRPr lang="en-US"/>
        </a:p>
      </dgm:t>
    </dgm:pt>
    <dgm:pt modelId="{B8C047A4-494D-4E24-B930-F531E495474A}" type="sibTrans" cxnId="{C570A479-0D8B-4A30-9587-9988BFDCBBE2}">
      <dgm:prSet/>
      <dgm:spPr/>
      <dgm:t>
        <a:bodyPr/>
        <a:lstStyle/>
        <a:p>
          <a:endParaRPr lang="en-US"/>
        </a:p>
      </dgm:t>
    </dgm:pt>
    <dgm:pt modelId="{718D9B2B-5530-42E7-95A3-F1B7B6793747}">
      <dgm:prSet/>
      <dgm:spPr/>
      <dgm:t>
        <a:bodyPr/>
        <a:lstStyle/>
        <a:p>
          <a:r>
            <a:rPr lang="en-US" dirty="0"/>
            <a:t>Problems</a:t>
          </a:r>
        </a:p>
      </dgm:t>
    </dgm:pt>
    <dgm:pt modelId="{DEF1A083-2CB2-4A41-85BE-62235AE0386F}" type="parTrans" cxnId="{4FB3F124-14A4-41AD-981C-E3792C47CD4B}">
      <dgm:prSet/>
      <dgm:spPr/>
      <dgm:t>
        <a:bodyPr/>
        <a:lstStyle/>
        <a:p>
          <a:endParaRPr lang="en-US"/>
        </a:p>
      </dgm:t>
    </dgm:pt>
    <dgm:pt modelId="{0A2992E2-DA1E-422E-8854-8166246B5B76}" type="sibTrans" cxnId="{4FB3F124-14A4-41AD-981C-E3792C47CD4B}">
      <dgm:prSet/>
      <dgm:spPr/>
      <dgm:t>
        <a:bodyPr/>
        <a:lstStyle/>
        <a:p>
          <a:endParaRPr lang="en-US"/>
        </a:p>
      </dgm:t>
    </dgm:pt>
    <dgm:pt modelId="{D97B267B-DFB5-4C62-BD61-564907A55FE9}">
      <dgm:prSet/>
      <dgm:spPr/>
      <dgm:t>
        <a:bodyPr/>
        <a:lstStyle/>
        <a:p>
          <a:r>
            <a:rPr lang="af-ZA" dirty="0"/>
            <a:t>54% churn within 2 months</a:t>
          </a:r>
          <a:endParaRPr lang="en-US" dirty="0"/>
        </a:p>
      </dgm:t>
    </dgm:pt>
    <dgm:pt modelId="{46A0A4C7-B523-4096-BEE7-319B414CFA82}" type="parTrans" cxnId="{BFF4B22A-9981-4C56-ADF1-55814E1998DC}">
      <dgm:prSet/>
      <dgm:spPr/>
      <dgm:t>
        <a:bodyPr/>
        <a:lstStyle/>
        <a:p>
          <a:endParaRPr lang="en-US"/>
        </a:p>
      </dgm:t>
    </dgm:pt>
    <dgm:pt modelId="{91CD70DF-47D3-44EF-8D6B-37619048939D}" type="sibTrans" cxnId="{BFF4B22A-9981-4C56-ADF1-55814E1998DC}">
      <dgm:prSet/>
      <dgm:spPr/>
      <dgm:t>
        <a:bodyPr/>
        <a:lstStyle/>
        <a:p>
          <a:endParaRPr lang="en-US"/>
        </a:p>
      </dgm:t>
    </dgm:pt>
    <dgm:pt modelId="{4DE12B12-CB2C-4F8F-8985-FB8ADE6823EB}">
      <dgm:prSet/>
      <dgm:spPr/>
      <dgm:t>
        <a:bodyPr/>
        <a:lstStyle/>
        <a:p>
          <a:r>
            <a:rPr lang="af-ZA" dirty="0"/>
            <a:t>Action:</a:t>
          </a:r>
          <a:endParaRPr lang="en-US" dirty="0"/>
        </a:p>
      </dgm:t>
    </dgm:pt>
    <dgm:pt modelId="{D3F2B267-1C1C-432E-9C8E-CDDB2338C9EF}" type="parTrans" cxnId="{1F45D163-8079-4EAC-89B2-EBBE38F83440}">
      <dgm:prSet/>
      <dgm:spPr/>
      <dgm:t>
        <a:bodyPr/>
        <a:lstStyle/>
        <a:p>
          <a:endParaRPr lang="en-US"/>
        </a:p>
      </dgm:t>
    </dgm:pt>
    <dgm:pt modelId="{F801F8D3-2184-4054-913B-A0BFC9EAE3F4}" type="sibTrans" cxnId="{1F45D163-8079-4EAC-89B2-EBBE38F83440}">
      <dgm:prSet/>
      <dgm:spPr/>
      <dgm:t>
        <a:bodyPr/>
        <a:lstStyle/>
        <a:p>
          <a:endParaRPr lang="en-US"/>
        </a:p>
      </dgm:t>
    </dgm:pt>
    <dgm:pt modelId="{4E1C8F18-3272-4059-AD39-75774B294461}">
      <dgm:prSet/>
      <dgm:spPr/>
      <dgm:t>
        <a:bodyPr/>
        <a:lstStyle/>
        <a:p>
          <a:r>
            <a:rPr lang="af-ZA" dirty="0"/>
            <a:t>Improve Onboarding</a:t>
          </a:r>
          <a:endParaRPr lang="en-US" dirty="0"/>
        </a:p>
      </dgm:t>
    </dgm:pt>
    <dgm:pt modelId="{C4EAB01F-AE3C-4D44-B54A-DC3546D73A77}" type="parTrans" cxnId="{29320B88-0570-440E-A5B1-410CB6E53EE3}">
      <dgm:prSet/>
      <dgm:spPr/>
      <dgm:t>
        <a:bodyPr/>
        <a:lstStyle/>
        <a:p>
          <a:endParaRPr lang="en-US"/>
        </a:p>
      </dgm:t>
    </dgm:pt>
    <dgm:pt modelId="{B08B1BA3-637C-49EC-8D39-89C1BF768037}" type="sibTrans" cxnId="{29320B88-0570-440E-A5B1-410CB6E53EE3}">
      <dgm:prSet/>
      <dgm:spPr/>
      <dgm:t>
        <a:bodyPr/>
        <a:lstStyle/>
        <a:p>
          <a:endParaRPr lang="en-US"/>
        </a:p>
      </dgm:t>
    </dgm:pt>
    <dgm:pt modelId="{CBD75261-1E6D-4A79-A6DA-452F8FD357BE}">
      <dgm:prSet/>
      <dgm:spPr/>
      <dgm:t>
        <a:bodyPr/>
        <a:lstStyle/>
        <a:p>
          <a:r>
            <a:rPr lang="af-ZA" dirty="0"/>
            <a:t>Engagement emails</a:t>
          </a:r>
          <a:endParaRPr lang="en-US" dirty="0"/>
        </a:p>
      </dgm:t>
    </dgm:pt>
    <dgm:pt modelId="{77C37184-A75F-4A50-9D43-25221B1C0132}" type="parTrans" cxnId="{059C9959-62C2-4B77-B085-AE615F31642B}">
      <dgm:prSet/>
      <dgm:spPr/>
      <dgm:t>
        <a:bodyPr/>
        <a:lstStyle/>
        <a:p>
          <a:endParaRPr lang="en-US"/>
        </a:p>
      </dgm:t>
    </dgm:pt>
    <dgm:pt modelId="{385C54C1-0670-4865-8029-11D57233CCCB}" type="sibTrans" cxnId="{059C9959-62C2-4B77-B085-AE615F31642B}">
      <dgm:prSet/>
      <dgm:spPr/>
      <dgm:t>
        <a:bodyPr/>
        <a:lstStyle/>
        <a:p>
          <a:endParaRPr lang="en-US"/>
        </a:p>
      </dgm:t>
    </dgm:pt>
    <dgm:pt modelId="{42359614-FB55-4C90-9686-79EE32D84A2B}">
      <dgm:prSet/>
      <dgm:spPr/>
      <dgm:t>
        <a:bodyPr/>
        <a:lstStyle/>
        <a:p>
          <a:r>
            <a:rPr lang="af-ZA" dirty="0"/>
            <a:t>Personalized content</a:t>
          </a:r>
          <a:endParaRPr lang="en-US" dirty="0"/>
        </a:p>
      </dgm:t>
    </dgm:pt>
    <dgm:pt modelId="{E6AC3EF1-C24B-44ED-9AE4-43EEC5A0DCD6}" type="parTrans" cxnId="{3C714ECB-71C6-40F6-93C6-62DBABD41B72}">
      <dgm:prSet/>
      <dgm:spPr/>
      <dgm:t>
        <a:bodyPr/>
        <a:lstStyle/>
        <a:p>
          <a:endParaRPr lang="en-US"/>
        </a:p>
      </dgm:t>
    </dgm:pt>
    <dgm:pt modelId="{841DC79E-4B2A-4D24-84C4-A8AB84AF44D5}" type="sibTrans" cxnId="{3C714ECB-71C6-40F6-93C6-62DBABD41B72}">
      <dgm:prSet/>
      <dgm:spPr/>
      <dgm:t>
        <a:bodyPr/>
        <a:lstStyle/>
        <a:p>
          <a:endParaRPr lang="en-US"/>
        </a:p>
      </dgm:t>
    </dgm:pt>
    <dgm:pt modelId="{48DBC8F3-43E7-4FD1-83F8-3E495E54EF71}">
      <dgm:prSet/>
      <dgm:spPr/>
      <dgm:t>
        <a:bodyPr/>
        <a:lstStyle/>
        <a:p>
          <a:r>
            <a:rPr lang="af-ZA" dirty="0"/>
            <a:t>Why ?</a:t>
          </a:r>
          <a:endParaRPr lang="en-US" dirty="0"/>
        </a:p>
      </dgm:t>
    </dgm:pt>
    <dgm:pt modelId="{BE7DC0C8-EAC7-442C-B55F-A8660478062D}" type="parTrans" cxnId="{CC1664ED-E446-4E8A-BA0F-54E018D7DF50}">
      <dgm:prSet/>
      <dgm:spPr/>
      <dgm:t>
        <a:bodyPr/>
        <a:lstStyle/>
        <a:p>
          <a:endParaRPr lang="en-US"/>
        </a:p>
      </dgm:t>
    </dgm:pt>
    <dgm:pt modelId="{247DFBCB-5ED7-4AA7-A0EA-70B9C7567339}" type="sibTrans" cxnId="{CC1664ED-E446-4E8A-BA0F-54E018D7DF50}">
      <dgm:prSet/>
      <dgm:spPr/>
      <dgm:t>
        <a:bodyPr/>
        <a:lstStyle/>
        <a:p>
          <a:endParaRPr lang="en-US"/>
        </a:p>
      </dgm:t>
    </dgm:pt>
    <dgm:pt modelId="{038AFEC6-E29A-4E22-92CA-BB62D0B52CA9}">
      <dgm:prSet/>
      <dgm:spPr/>
      <dgm:t>
        <a:bodyPr/>
        <a:lstStyle/>
        <a:p>
          <a:r>
            <a:rPr lang="af-ZA" dirty="0"/>
            <a:t>Early churn is the biggest leak in the funnel</a:t>
          </a:r>
          <a:endParaRPr lang="en-US" dirty="0"/>
        </a:p>
      </dgm:t>
    </dgm:pt>
    <dgm:pt modelId="{4C66F655-328B-45B6-A18F-17399C5FCF22}" type="parTrans" cxnId="{4D247CC8-5D14-4ABF-B9E8-96BC16A8A49D}">
      <dgm:prSet/>
      <dgm:spPr/>
      <dgm:t>
        <a:bodyPr/>
        <a:lstStyle/>
        <a:p>
          <a:endParaRPr lang="en-US"/>
        </a:p>
      </dgm:t>
    </dgm:pt>
    <dgm:pt modelId="{1D7B5D25-4410-46A7-B74F-8F201236A28D}" type="sibTrans" cxnId="{4D247CC8-5D14-4ABF-B9E8-96BC16A8A49D}">
      <dgm:prSet/>
      <dgm:spPr/>
      <dgm:t>
        <a:bodyPr/>
        <a:lstStyle/>
        <a:p>
          <a:endParaRPr lang="en-US"/>
        </a:p>
      </dgm:t>
    </dgm:pt>
    <dgm:pt modelId="{238EE608-7706-4C7A-997E-55B43F2E9B4F}">
      <dgm:prSet/>
      <dgm:spPr/>
      <dgm:t>
        <a:bodyPr/>
        <a:lstStyle/>
        <a:p>
          <a:r>
            <a:rPr lang="af-ZA" dirty="0"/>
            <a:t>Problem:</a:t>
          </a:r>
          <a:endParaRPr lang="en-US" dirty="0"/>
        </a:p>
      </dgm:t>
    </dgm:pt>
    <dgm:pt modelId="{618F3934-6BC3-407B-A447-B947BF43EB3C}" type="parTrans" cxnId="{2DAFC30B-4082-4377-B67D-74C2B6A4D2D6}">
      <dgm:prSet/>
      <dgm:spPr/>
      <dgm:t>
        <a:bodyPr/>
        <a:lstStyle/>
        <a:p>
          <a:endParaRPr lang="en-US"/>
        </a:p>
      </dgm:t>
    </dgm:pt>
    <dgm:pt modelId="{3D5BE66B-D6FF-43C1-AB63-9FB31DEBB36C}" type="sibTrans" cxnId="{2DAFC30B-4082-4377-B67D-74C2B6A4D2D6}">
      <dgm:prSet/>
      <dgm:spPr/>
      <dgm:t>
        <a:bodyPr/>
        <a:lstStyle/>
        <a:p>
          <a:endParaRPr lang="en-US"/>
        </a:p>
      </dgm:t>
    </dgm:pt>
    <dgm:pt modelId="{004D310D-3769-4DE0-B425-E0190DB6B6D4}">
      <dgm:prSet/>
      <dgm:spPr/>
      <dgm:t>
        <a:bodyPr/>
        <a:lstStyle/>
        <a:p>
          <a:r>
            <a:rPr lang="af-ZA" dirty="0"/>
            <a:t>92% unpaid subscriptions churm</a:t>
          </a:r>
          <a:endParaRPr lang="en-US" dirty="0"/>
        </a:p>
      </dgm:t>
    </dgm:pt>
    <dgm:pt modelId="{DB90FB2C-B86C-4C44-9279-5588A2DB43B4}" type="parTrans" cxnId="{8E682A13-B7B0-43A9-A102-DB977ACF38F9}">
      <dgm:prSet/>
      <dgm:spPr/>
      <dgm:t>
        <a:bodyPr/>
        <a:lstStyle/>
        <a:p>
          <a:endParaRPr lang="en-US"/>
        </a:p>
      </dgm:t>
    </dgm:pt>
    <dgm:pt modelId="{6FEAAF7E-436F-4642-8EFC-238F826F479B}" type="sibTrans" cxnId="{8E682A13-B7B0-43A9-A102-DB977ACF38F9}">
      <dgm:prSet/>
      <dgm:spPr/>
      <dgm:t>
        <a:bodyPr/>
        <a:lstStyle/>
        <a:p>
          <a:endParaRPr lang="en-US"/>
        </a:p>
      </dgm:t>
    </dgm:pt>
    <dgm:pt modelId="{5DEEB031-24A7-4583-A732-DFC0920A72B1}">
      <dgm:prSet/>
      <dgm:spPr/>
      <dgm:t>
        <a:bodyPr/>
        <a:lstStyle/>
        <a:p>
          <a:r>
            <a:rPr lang="af-ZA" dirty="0"/>
            <a:t>Action:</a:t>
          </a:r>
          <a:endParaRPr lang="en-US" dirty="0"/>
        </a:p>
      </dgm:t>
    </dgm:pt>
    <dgm:pt modelId="{6DAA78E6-BF1C-40B5-905E-2DDF5B6D8EB2}" type="parTrans" cxnId="{EF3D0636-6481-4E27-96F2-8BF571E5FE1C}">
      <dgm:prSet/>
      <dgm:spPr/>
      <dgm:t>
        <a:bodyPr/>
        <a:lstStyle/>
        <a:p>
          <a:endParaRPr lang="en-US"/>
        </a:p>
      </dgm:t>
    </dgm:pt>
    <dgm:pt modelId="{12D2251F-ECAD-4EDF-A0F7-F7C5C2CD9F45}" type="sibTrans" cxnId="{EF3D0636-6481-4E27-96F2-8BF571E5FE1C}">
      <dgm:prSet/>
      <dgm:spPr/>
      <dgm:t>
        <a:bodyPr/>
        <a:lstStyle/>
        <a:p>
          <a:endParaRPr lang="en-US"/>
        </a:p>
      </dgm:t>
    </dgm:pt>
    <dgm:pt modelId="{BFCD1243-3A1D-4B72-8940-5DB5F887D28C}">
      <dgm:prSet/>
      <dgm:spPr/>
      <dgm:t>
        <a:bodyPr/>
        <a:lstStyle/>
        <a:p>
          <a:r>
            <a:rPr lang="af-ZA" dirty="0"/>
            <a:t>Retry failed payments</a:t>
          </a:r>
          <a:endParaRPr lang="en-US" dirty="0"/>
        </a:p>
      </dgm:t>
    </dgm:pt>
    <dgm:pt modelId="{E4E8737A-3B72-4AD9-A2E1-F05CFBAD70A8}" type="parTrans" cxnId="{10D687FB-24B4-4AAF-BD15-870D8E564CC7}">
      <dgm:prSet/>
      <dgm:spPr/>
      <dgm:t>
        <a:bodyPr/>
        <a:lstStyle/>
        <a:p>
          <a:endParaRPr lang="en-US"/>
        </a:p>
      </dgm:t>
    </dgm:pt>
    <dgm:pt modelId="{D233E771-C0AC-41A3-A557-EB6CB91AD490}" type="sibTrans" cxnId="{10D687FB-24B4-4AAF-BD15-870D8E564CC7}">
      <dgm:prSet/>
      <dgm:spPr/>
      <dgm:t>
        <a:bodyPr/>
        <a:lstStyle/>
        <a:p>
          <a:endParaRPr lang="en-US"/>
        </a:p>
      </dgm:t>
    </dgm:pt>
    <dgm:pt modelId="{7934A8A3-EE3E-40EB-BC9C-45D15F1133C7}">
      <dgm:prSet/>
      <dgm:spPr/>
      <dgm:t>
        <a:bodyPr/>
        <a:lstStyle/>
        <a:p>
          <a:r>
            <a:rPr lang="af-ZA" dirty="0"/>
            <a:t>Multiple payment methods</a:t>
          </a:r>
          <a:endParaRPr lang="en-US" dirty="0"/>
        </a:p>
      </dgm:t>
    </dgm:pt>
    <dgm:pt modelId="{1D0A7428-C6C8-4AB4-A838-DED2ECB0974E}" type="parTrans" cxnId="{3E778AFB-74CC-48EE-AFF1-74ED5ECCA686}">
      <dgm:prSet/>
      <dgm:spPr/>
      <dgm:t>
        <a:bodyPr/>
        <a:lstStyle/>
        <a:p>
          <a:endParaRPr lang="en-US"/>
        </a:p>
      </dgm:t>
    </dgm:pt>
    <dgm:pt modelId="{08A7B835-D7AE-46FA-837F-740B4B22E202}" type="sibTrans" cxnId="{3E778AFB-74CC-48EE-AFF1-74ED5ECCA686}">
      <dgm:prSet/>
      <dgm:spPr/>
      <dgm:t>
        <a:bodyPr/>
        <a:lstStyle/>
        <a:p>
          <a:endParaRPr lang="en-US"/>
        </a:p>
      </dgm:t>
    </dgm:pt>
    <dgm:pt modelId="{A8AB26F9-8532-4E29-84F2-4AEC983367B7}">
      <dgm:prSet/>
      <dgm:spPr/>
      <dgm:t>
        <a:bodyPr/>
        <a:lstStyle/>
        <a:p>
          <a:r>
            <a:rPr lang="af-ZA" dirty="0"/>
            <a:t>Dunning emails</a:t>
          </a:r>
          <a:endParaRPr lang="en-US" dirty="0"/>
        </a:p>
      </dgm:t>
    </dgm:pt>
    <dgm:pt modelId="{E87018E5-7249-4067-A0C6-B07D5534A000}" type="parTrans" cxnId="{A5B4BBE9-2BDB-4330-AAF4-1A366D6EEE06}">
      <dgm:prSet/>
      <dgm:spPr/>
      <dgm:t>
        <a:bodyPr/>
        <a:lstStyle/>
        <a:p>
          <a:endParaRPr lang="en-US"/>
        </a:p>
      </dgm:t>
    </dgm:pt>
    <dgm:pt modelId="{8F06892C-0CB9-4BCB-BF01-BCD67FCBD2C5}" type="sibTrans" cxnId="{A5B4BBE9-2BDB-4330-AAF4-1A366D6EEE06}">
      <dgm:prSet/>
      <dgm:spPr/>
      <dgm:t>
        <a:bodyPr/>
        <a:lstStyle/>
        <a:p>
          <a:endParaRPr lang="en-US"/>
        </a:p>
      </dgm:t>
    </dgm:pt>
    <dgm:pt modelId="{D7C3D355-C8DC-4037-80AF-3E49803FEACC}">
      <dgm:prSet/>
      <dgm:spPr/>
      <dgm:t>
        <a:bodyPr/>
        <a:lstStyle/>
        <a:p>
          <a:r>
            <a:rPr lang="af-ZA" dirty="0"/>
            <a:t>Why?</a:t>
          </a:r>
          <a:endParaRPr lang="en-US" dirty="0"/>
        </a:p>
      </dgm:t>
    </dgm:pt>
    <dgm:pt modelId="{8F5C6488-D135-433A-BDA1-C623559AE5E7}" type="parTrans" cxnId="{83E568BE-32BD-4CDB-B244-77A0F9E8871E}">
      <dgm:prSet/>
      <dgm:spPr/>
      <dgm:t>
        <a:bodyPr/>
        <a:lstStyle/>
        <a:p>
          <a:endParaRPr lang="en-US"/>
        </a:p>
      </dgm:t>
    </dgm:pt>
    <dgm:pt modelId="{6A133665-2C4E-422F-A56A-44BE5BF4C9AD}" type="sibTrans" cxnId="{83E568BE-32BD-4CDB-B244-77A0F9E8871E}">
      <dgm:prSet/>
      <dgm:spPr/>
      <dgm:t>
        <a:bodyPr/>
        <a:lstStyle/>
        <a:p>
          <a:endParaRPr lang="en-US"/>
        </a:p>
      </dgm:t>
    </dgm:pt>
    <dgm:pt modelId="{D9107436-7F48-4C03-858F-B61C534820FE}">
      <dgm:prSet/>
      <dgm:spPr/>
      <dgm:t>
        <a:bodyPr/>
        <a:lstStyle/>
        <a:p>
          <a:r>
            <a:rPr lang="af-ZA" dirty="0"/>
            <a:t>Payment failures are preventable churn</a:t>
          </a:r>
          <a:endParaRPr lang="en-US" dirty="0"/>
        </a:p>
      </dgm:t>
    </dgm:pt>
    <dgm:pt modelId="{2F62EEB1-2D21-400D-AE8F-1C24F7B47895}" type="parTrans" cxnId="{697E30AA-0CDE-486C-93EC-981A1DF5B8F0}">
      <dgm:prSet/>
      <dgm:spPr/>
      <dgm:t>
        <a:bodyPr/>
        <a:lstStyle/>
        <a:p>
          <a:endParaRPr lang="en-US"/>
        </a:p>
      </dgm:t>
    </dgm:pt>
    <dgm:pt modelId="{DDB1E193-7B8C-4C33-90A9-77ECDDA13A2E}" type="sibTrans" cxnId="{697E30AA-0CDE-486C-93EC-981A1DF5B8F0}">
      <dgm:prSet/>
      <dgm:spPr/>
      <dgm:t>
        <a:bodyPr/>
        <a:lstStyle/>
        <a:p>
          <a:endParaRPr lang="en-US"/>
        </a:p>
      </dgm:t>
    </dgm:pt>
    <dgm:pt modelId="{00B603CC-6CC0-45B4-98D4-9169C4633BE2}">
      <dgm:prSet/>
      <dgm:spPr/>
      <dgm:t>
        <a:bodyPr/>
        <a:lstStyle/>
        <a:p>
          <a:r>
            <a:rPr lang="af-ZA" dirty="0"/>
            <a:t>Problem:</a:t>
          </a:r>
          <a:endParaRPr lang="en-US" dirty="0"/>
        </a:p>
      </dgm:t>
    </dgm:pt>
    <dgm:pt modelId="{320FD056-EEAC-470D-B3A2-E1DFFBA767E9}" type="parTrans" cxnId="{2554C168-65A9-433C-9E70-51561DC09ECC}">
      <dgm:prSet/>
      <dgm:spPr/>
      <dgm:t>
        <a:bodyPr/>
        <a:lstStyle/>
        <a:p>
          <a:endParaRPr lang="en-US"/>
        </a:p>
      </dgm:t>
    </dgm:pt>
    <dgm:pt modelId="{709163BB-260C-467D-8E18-4A316542EBDD}" type="sibTrans" cxnId="{2554C168-65A9-433C-9E70-51561DC09ECC}">
      <dgm:prSet/>
      <dgm:spPr/>
      <dgm:t>
        <a:bodyPr/>
        <a:lstStyle/>
        <a:p>
          <a:endParaRPr lang="en-US"/>
        </a:p>
      </dgm:t>
    </dgm:pt>
    <dgm:pt modelId="{785AE583-69B4-4832-A9F3-4F52D9813508}">
      <dgm:prSet/>
      <dgm:spPr/>
      <dgm:t>
        <a:bodyPr/>
        <a:lstStyle/>
        <a:p>
          <a:r>
            <a:rPr lang="af-ZA" dirty="0"/>
            <a:t>Need to understand success</a:t>
          </a:r>
          <a:endParaRPr lang="en-US" dirty="0"/>
        </a:p>
      </dgm:t>
    </dgm:pt>
    <dgm:pt modelId="{F0194FEA-1796-4C90-A113-114EE0F0BFCA}" type="parTrans" cxnId="{535729B9-B75A-45BB-B3C5-D2E06ACAF0C5}">
      <dgm:prSet/>
      <dgm:spPr/>
      <dgm:t>
        <a:bodyPr/>
        <a:lstStyle/>
        <a:p>
          <a:endParaRPr lang="en-US"/>
        </a:p>
      </dgm:t>
    </dgm:pt>
    <dgm:pt modelId="{106F88C0-ABB6-4963-BFBE-C1A6D9412A87}" type="sibTrans" cxnId="{535729B9-B75A-45BB-B3C5-D2E06ACAF0C5}">
      <dgm:prSet/>
      <dgm:spPr/>
      <dgm:t>
        <a:bodyPr/>
        <a:lstStyle/>
        <a:p>
          <a:endParaRPr lang="en-US"/>
        </a:p>
      </dgm:t>
    </dgm:pt>
    <dgm:pt modelId="{2341DA99-C555-44AC-9137-A861FD10E3C8}">
      <dgm:prSet/>
      <dgm:spPr/>
      <dgm:t>
        <a:bodyPr/>
        <a:lstStyle/>
        <a:p>
          <a:r>
            <a:rPr lang="af-ZA" dirty="0"/>
            <a:t>Action:</a:t>
          </a:r>
          <a:endParaRPr lang="en-US" dirty="0"/>
        </a:p>
      </dgm:t>
    </dgm:pt>
    <dgm:pt modelId="{555BCC35-B69B-4D38-89E0-DE85F1C4432B}" type="parTrans" cxnId="{27F23E29-6BD9-467A-9289-97B5A7F40951}">
      <dgm:prSet/>
      <dgm:spPr/>
      <dgm:t>
        <a:bodyPr/>
        <a:lstStyle/>
        <a:p>
          <a:endParaRPr lang="en-US"/>
        </a:p>
      </dgm:t>
    </dgm:pt>
    <dgm:pt modelId="{73F791CB-0014-4B9C-9227-8B9D26B1F1CA}" type="sibTrans" cxnId="{27F23E29-6BD9-467A-9289-97B5A7F40951}">
      <dgm:prSet/>
      <dgm:spPr/>
      <dgm:t>
        <a:bodyPr/>
        <a:lstStyle/>
        <a:p>
          <a:endParaRPr lang="en-US"/>
        </a:p>
      </dgm:t>
    </dgm:pt>
    <dgm:pt modelId="{55F72A7D-2A17-4CDE-979A-F2A428473EB5}">
      <dgm:prSet/>
      <dgm:spPr/>
      <dgm:t>
        <a:bodyPr/>
        <a:lstStyle/>
        <a:p>
          <a:r>
            <a:rPr lang="af-ZA" dirty="0"/>
            <a:t>Identify Jun-Aug changes</a:t>
          </a:r>
          <a:endParaRPr lang="en-US" dirty="0"/>
        </a:p>
      </dgm:t>
    </dgm:pt>
    <dgm:pt modelId="{3B7ADE5B-5771-4E44-9CC0-CFD69E9A7121}" type="parTrans" cxnId="{4CBC9E64-C9DD-41B9-83C9-AD99FE36C46A}">
      <dgm:prSet/>
      <dgm:spPr/>
      <dgm:t>
        <a:bodyPr/>
        <a:lstStyle/>
        <a:p>
          <a:endParaRPr lang="en-US"/>
        </a:p>
      </dgm:t>
    </dgm:pt>
    <dgm:pt modelId="{8315E585-E2FA-4240-AFF1-9CC43CB1B289}" type="sibTrans" cxnId="{4CBC9E64-C9DD-41B9-83C9-AD99FE36C46A}">
      <dgm:prSet/>
      <dgm:spPr/>
      <dgm:t>
        <a:bodyPr/>
        <a:lstStyle/>
        <a:p>
          <a:endParaRPr lang="en-US"/>
        </a:p>
      </dgm:t>
    </dgm:pt>
    <dgm:pt modelId="{73FF21A1-D70A-439B-9602-14CCC477BBFC}">
      <dgm:prSet/>
      <dgm:spPr/>
      <dgm:t>
        <a:bodyPr/>
        <a:lstStyle/>
        <a:p>
          <a:r>
            <a:rPr lang="af-ZA" dirty="0"/>
            <a:t>Document what worked</a:t>
          </a:r>
          <a:endParaRPr lang="en-US" dirty="0"/>
        </a:p>
      </dgm:t>
    </dgm:pt>
    <dgm:pt modelId="{1C4DC272-2089-46CA-BAEA-982CD097B57A}" type="parTrans" cxnId="{DA83A3E1-1B34-427A-B8AC-B9058C7363AE}">
      <dgm:prSet/>
      <dgm:spPr/>
      <dgm:t>
        <a:bodyPr/>
        <a:lstStyle/>
        <a:p>
          <a:endParaRPr lang="en-US"/>
        </a:p>
      </dgm:t>
    </dgm:pt>
    <dgm:pt modelId="{FC81068F-C74B-470D-BEAC-79DA2BA1379C}" type="sibTrans" cxnId="{DA83A3E1-1B34-427A-B8AC-B9058C7363AE}">
      <dgm:prSet/>
      <dgm:spPr/>
      <dgm:t>
        <a:bodyPr/>
        <a:lstStyle/>
        <a:p>
          <a:endParaRPr lang="en-US"/>
        </a:p>
      </dgm:t>
    </dgm:pt>
    <dgm:pt modelId="{65907FB0-3B84-4E85-9B59-44A097E87E03}">
      <dgm:prSet/>
      <dgm:spPr/>
      <dgm:t>
        <a:bodyPr/>
        <a:lstStyle/>
        <a:p>
          <a:r>
            <a:rPr lang="af-ZA" dirty="0"/>
            <a:t>Scale successful tactics</a:t>
          </a:r>
          <a:endParaRPr lang="en-US" dirty="0"/>
        </a:p>
      </dgm:t>
    </dgm:pt>
    <dgm:pt modelId="{06231865-B2C6-49CF-B13F-42B52CF413B3}" type="parTrans" cxnId="{D6EAD30E-6843-4CEE-B4A1-78BE722A4A6A}">
      <dgm:prSet/>
      <dgm:spPr/>
      <dgm:t>
        <a:bodyPr/>
        <a:lstStyle/>
        <a:p>
          <a:endParaRPr lang="en-US"/>
        </a:p>
      </dgm:t>
    </dgm:pt>
    <dgm:pt modelId="{D5408DB2-0E68-40BF-A74A-7F20AA33A0F7}" type="sibTrans" cxnId="{D6EAD30E-6843-4CEE-B4A1-78BE722A4A6A}">
      <dgm:prSet/>
      <dgm:spPr/>
      <dgm:t>
        <a:bodyPr/>
        <a:lstStyle/>
        <a:p>
          <a:endParaRPr lang="en-US"/>
        </a:p>
      </dgm:t>
    </dgm:pt>
    <dgm:pt modelId="{192CDAD8-C0CD-456B-B466-44EEA59F6BCF}">
      <dgm:prSet/>
      <dgm:spPr/>
      <dgm:t>
        <a:bodyPr/>
        <a:lstStyle/>
        <a:p>
          <a:r>
            <a:rPr lang="af-ZA" dirty="0"/>
            <a:t>Why ?</a:t>
          </a:r>
          <a:endParaRPr lang="en-US" dirty="0"/>
        </a:p>
      </dgm:t>
    </dgm:pt>
    <dgm:pt modelId="{AA3AC253-7559-4B27-BD35-DA40179976DF}" type="parTrans" cxnId="{E75F0C7E-C86E-4763-A248-3C6F451ABE07}">
      <dgm:prSet/>
      <dgm:spPr/>
      <dgm:t>
        <a:bodyPr/>
        <a:lstStyle/>
        <a:p>
          <a:endParaRPr lang="en-US"/>
        </a:p>
      </dgm:t>
    </dgm:pt>
    <dgm:pt modelId="{8B8B9CD4-AFA7-4C22-998A-B8D5C2E7213D}" type="sibTrans" cxnId="{E75F0C7E-C86E-4763-A248-3C6F451ABE07}">
      <dgm:prSet/>
      <dgm:spPr/>
      <dgm:t>
        <a:bodyPr/>
        <a:lstStyle/>
        <a:p>
          <a:endParaRPr lang="en-US"/>
        </a:p>
      </dgm:t>
    </dgm:pt>
    <dgm:pt modelId="{A5284AEF-69AF-430A-9160-EC9224D7A61B}">
      <dgm:prSet/>
      <dgm:spPr/>
      <dgm:t>
        <a:bodyPr/>
        <a:lstStyle/>
        <a:p>
          <a:r>
            <a:rPr lang="af-ZA" dirty="0"/>
            <a:t>MoM retention jumped 78% - 95%</a:t>
          </a:r>
          <a:endParaRPr lang="en-US" dirty="0"/>
        </a:p>
      </dgm:t>
    </dgm:pt>
    <dgm:pt modelId="{4A23F934-072C-40CB-B45B-F8F726803D2D}" type="parTrans" cxnId="{31E5E310-8E00-42CC-995A-626BFDEA831D}">
      <dgm:prSet/>
      <dgm:spPr/>
      <dgm:t>
        <a:bodyPr/>
        <a:lstStyle/>
        <a:p>
          <a:endParaRPr lang="en-US"/>
        </a:p>
      </dgm:t>
    </dgm:pt>
    <dgm:pt modelId="{5A3457D6-50C9-4635-974A-91C2E22B478F}" type="sibTrans" cxnId="{31E5E310-8E00-42CC-995A-626BFDEA831D}">
      <dgm:prSet/>
      <dgm:spPr/>
      <dgm:t>
        <a:bodyPr/>
        <a:lstStyle/>
        <a:p>
          <a:endParaRPr lang="en-US"/>
        </a:p>
      </dgm:t>
    </dgm:pt>
    <dgm:pt modelId="{3A5AD9C7-46C2-475E-8EF1-A3CED21125E2}" type="pres">
      <dgm:prSet presAssocID="{83B48227-5D7D-4AD0-8CD2-CE28CB3DEF14}" presName="theList" presStyleCnt="0">
        <dgm:presLayoutVars>
          <dgm:dir/>
          <dgm:animLvl val="lvl"/>
          <dgm:resizeHandles val="exact"/>
        </dgm:presLayoutVars>
      </dgm:prSet>
      <dgm:spPr/>
    </dgm:pt>
    <dgm:pt modelId="{A3D2DF86-F84E-4C59-A473-7388CCFB00C4}" type="pres">
      <dgm:prSet presAssocID="{05537276-DE32-49E6-B23B-D2847ACA36EE}" presName="compNode" presStyleCnt="0"/>
      <dgm:spPr/>
    </dgm:pt>
    <dgm:pt modelId="{C283502E-F033-4B06-A551-4C55E6CCD99F}" type="pres">
      <dgm:prSet presAssocID="{05537276-DE32-49E6-B23B-D2847ACA36EE}" presName="aNode" presStyleLbl="bgShp" presStyleIdx="0" presStyleCnt="3"/>
      <dgm:spPr/>
    </dgm:pt>
    <dgm:pt modelId="{F453270C-D7E8-494E-8A08-D193FD92B3D1}" type="pres">
      <dgm:prSet presAssocID="{05537276-DE32-49E6-B23B-D2847ACA36EE}" presName="textNode" presStyleLbl="bgShp" presStyleIdx="0" presStyleCnt="3"/>
      <dgm:spPr/>
    </dgm:pt>
    <dgm:pt modelId="{5531AF47-2D00-4F5E-8511-EB27C43DE3C8}" type="pres">
      <dgm:prSet presAssocID="{05537276-DE32-49E6-B23B-D2847ACA36EE}" presName="compChildNode" presStyleCnt="0"/>
      <dgm:spPr/>
    </dgm:pt>
    <dgm:pt modelId="{1B37C6E1-C96D-44EA-B9DF-D86CD027B2D2}" type="pres">
      <dgm:prSet presAssocID="{05537276-DE32-49E6-B23B-D2847ACA36EE}" presName="theInnerList" presStyleCnt="0"/>
      <dgm:spPr/>
    </dgm:pt>
    <dgm:pt modelId="{AAA6B1F5-7F22-4AF6-B53F-E3EE6D4D0C3C}" type="pres">
      <dgm:prSet presAssocID="{718D9B2B-5530-42E7-95A3-F1B7B6793747}" presName="childNode" presStyleLbl="node1" presStyleIdx="0" presStyleCnt="9">
        <dgm:presLayoutVars>
          <dgm:bulletEnabled val="1"/>
        </dgm:presLayoutVars>
      </dgm:prSet>
      <dgm:spPr/>
    </dgm:pt>
    <dgm:pt modelId="{E342E7E4-3691-474F-9285-492CB7BCEEC2}" type="pres">
      <dgm:prSet presAssocID="{718D9B2B-5530-42E7-95A3-F1B7B6793747}" presName="aSpace2" presStyleCnt="0"/>
      <dgm:spPr/>
    </dgm:pt>
    <dgm:pt modelId="{EB2AB15E-037B-4BDD-976D-0074F2754D51}" type="pres">
      <dgm:prSet presAssocID="{4DE12B12-CB2C-4F8F-8985-FB8ADE6823EB}" presName="childNode" presStyleLbl="node1" presStyleIdx="1" presStyleCnt="9">
        <dgm:presLayoutVars>
          <dgm:bulletEnabled val="1"/>
        </dgm:presLayoutVars>
      </dgm:prSet>
      <dgm:spPr/>
    </dgm:pt>
    <dgm:pt modelId="{84CE95B1-90B8-4CB0-B028-628284EEC700}" type="pres">
      <dgm:prSet presAssocID="{4DE12B12-CB2C-4F8F-8985-FB8ADE6823EB}" presName="aSpace2" presStyleCnt="0"/>
      <dgm:spPr/>
    </dgm:pt>
    <dgm:pt modelId="{1D81252B-48E0-48FF-AF5C-52618A4A40F5}" type="pres">
      <dgm:prSet presAssocID="{48DBC8F3-43E7-4FD1-83F8-3E495E54EF71}" presName="childNode" presStyleLbl="node1" presStyleIdx="2" presStyleCnt="9">
        <dgm:presLayoutVars>
          <dgm:bulletEnabled val="1"/>
        </dgm:presLayoutVars>
      </dgm:prSet>
      <dgm:spPr/>
    </dgm:pt>
    <dgm:pt modelId="{A2B7FC86-923C-4C85-83F0-9AE25181E68A}" type="pres">
      <dgm:prSet presAssocID="{05537276-DE32-49E6-B23B-D2847ACA36EE}" presName="aSpace" presStyleCnt="0"/>
      <dgm:spPr/>
    </dgm:pt>
    <dgm:pt modelId="{0B9DC083-8D88-41B7-895C-032623575337}" type="pres">
      <dgm:prSet presAssocID="{423CD54E-3D7C-4D4E-AB50-FC61B0E1F3FA}" presName="compNode" presStyleCnt="0"/>
      <dgm:spPr/>
    </dgm:pt>
    <dgm:pt modelId="{34476E25-171B-4B50-A641-46D8D995D605}" type="pres">
      <dgm:prSet presAssocID="{423CD54E-3D7C-4D4E-AB50-FC61B0E1F3FA}" presName="aNode" presStyleLbl="bgShp" presStyleIdx="1" presStyleCnt="3"/>
      <dgm:spPr/>
    </dgm:pt>
    <dgm:pt modelId="{81F0FB28-27CA-4289-A961-B38A0360D089}" type="pres">
      <dgm:prSet presAssocID="{423CD54E-3D7C-4D4E-AB50-FC61B0E1F3FA}" presName="textNode" presStyleLbl="bgShp" presStyleIdx="1" presStyleCnt="3"/>
      <dgm:spPr/>
    </dgm:pt>
    <dgm:pt modelId="{B2854545-8B2C-4BE1-BD18-346D01177594}" type="pres">
      <dgm:prSet presAssocID="{423CD54E-3D7C-4D4E-AB50-FC61B0E1F3FA}" presName="compChildNode" presStyleCnt="0"/>
      <dgm:spPr/>
    </dgm:pt>
    <dgm:pt modelId="{DB2DFCB0-7F7B-4A10-894C-DE901DE961AE}" type="pres">
      <dgm:prSet presAssocID="{423CD54E-3D7C-4D4E-AB50-FC61B0E1F3FA}" presName="theInnerList" presStyleCnt="0"/>
      <dgm:spPr/>
    </dgm:pt>
    <dgm:pt modelId="{E1402222-7B18-47CD-BC35-6BE1F7ADB064}" type="pres">
      <dgm:prSet presAssocID="{238EE608-7706-4C7A-997E-55B43F2E9B4F}" presName="childNode" presStyleLbl="node1" presStyleIdx="3" presStyleCnt="9">
        <dgm:presLayoutVars>
          <dgm:bulletEnabled val="1"/>
        </dgm:presLayoutVars>
      </dgm:prSet>
      <dgm:spPr/>
    </dgm:pt>
    <dgm:pt modelId="{22ED0A9E-455F-4C5E-879A-3D1B65C37F0F}" type="pres">
      <dgm:prSet presAssocID="{238EE608-7706-4C7A-997E-55B43F2E9B4F}" presName="aSpace2" presStyleCnt="0"/>
      <dgm:spPr/>
    </dgm:pt>
    <dgm:pt modelId="{CC9A4FC2-28EE-466E-B5A8-C689A83331A1}" type="pres">
      <dgm:prSet presAssocID="{5DEEB031-24A7-4583-A732-DFC0920A72B1}" presName="childNode" presStyleLbl="node1" presStyleIdx="4" presStyleCnt="9">
        <dgm:presLayoutVars>
          <dgm:bulletEnabled val="1"/>
        </dgm:presLayoutVars>
      </dgm:prSet>
      <dgm:spPr/>
    </dgm:pt>
    <dgm:pt modelId="{EC3836C3-F41F-4DAA-82C2-B42D4E6BA0F9}" type="pres">
      <dgm:prSet presAssocID="{5DEEB031-24A7-4583-A732-DFC0920A72B1}" presName="aSpace2" presStyleCnt="0"/>
      <dgm:spPr/>
    </dgm:pt>
    <dgm:pt modelId="{7421E628-B294-43FB-B6F1-73711B9BD64D}" type="pres">
      <dgm:prSet presAssocID="{D7C3D355-C8DC-4037-80AF-3E49803FEACC}" presName="childNode" presStyleLbl="node1" presStyleIdx="5" presStyleCnt="9">
        <dgm:presLayoutVars>
          <dgm:bulletEnabled val="1"/>
        </dgm:presLayoutVars>
      </dgm:prSet>
      <dgm:spPr/>
    </dgm:pt>
    <dgm:pt modelId="{B67EB1E9-F3C8-4AF8-80C0-6F8526378F4A}" type="pres">
      <dgm:prSet presAssocID="{423CD54E-3D7C-4D4E-AB50-FC61B0E1F3FA}" presName="aSpace" presStyleCnt="0"/>
      <dgm:spPr/>
    </dgm:pt>
    <dgm:pt modelId="{A923AD60-706F-419E-BA57-0A5F7E104178}" type="pres">
      <dgm:prSet presAssocID="{77DF6613-9B40-4D0B-8884-F2C731613974}" presName="compNode" presStyleCnt="0"/>
      <dgm:spPr/>
    </dgm:pt>
    <dgm:pt modelId="{B19415A0-88EB-4780-A3BE-FC1DE7A8496F}" type="pres">
      <dgm:prSet presAssocID="{77DF6613-9B40-4D0B-8884-F2C731613974}" presName="aNode" presStyleLbl="bgShp" presStyleIdx="2" presStyleCnt="3"/>
      <dgm:spPr/>
    </dgm:pt>
    <dgm:pt modelId="{82D5BF5F-A9D3-42D3-9DDB-1046385EB431}" type="pres">
      <dgm:prSet presAssocID="{77DF6613-9B40-4D0B-8884-F2C731613974}" presName="textNode" presStyleLbl="bgShp" presStyleIdx="2" presStyleCnt="3"/>
      <dgm:spPr/>
    </dgm:pt>
    <dgm:pt modelId="{361BC5A8-3D65-47A3-92D8-8DE82FBEBF6B}" type="pres">
      <dgm:prSet presAssocID="{77DF6613-9B40-4D0B-8884-F2C731613974}" presName="compChildNode" presStyleCnt="0"/>
      <dgm:spPr/>
    </dgm:pt>
    <dgm:pt modelId="{47747A5C-0E65-4475-8540-BFBBEE2DF4D4}" type="pres">
      <dgm:prSet presAssocID="{77DF6613-9B40-4D0B-8884-F2C731613974}" presName="theInnerList" presStyleCnt="0"/>
      <dgm:spPr/>
    </dgm:pt>
    <dgm:pt modelId="{B36C9D83-32B2-4286-99A6-ED8A6052C3E5}" type="pres">
      <dgm:prSet presAssocID="{00B603CC-6CC0-45B4-98D4-9169C4633BE2}" presName="childNode" presStyleLbl="node1" presStyleIdx="6" presStyleCnt="9">
        <dgm:presLayoutVars>
          <dgm:bulletEnabled val="1"/>
        </dgm:presLayoutVars>
      </dgm:prSet>
      <dgm:spPr/>
    </dgm:pt>
    <dgm:pt modelId="{079C93DF-2A61-4023-AA68-BB5FEE6B46D0}" type="pres">
      <dgm:prSet presAssocID="{00B603CC-6CC0-45B4-98D4-9169C4633BE2}" presName="aSpace2" presStyleCnt="0"/>
      <dgm:spPr/>
    </dgm:pt>
    <dgm:pt modelId="{7B88D013-784D-4882-9E08-642D71497661}" type="pres">
      <dgm:prSet presAssocID="{2341DA99-C555-44AC-9137-A861FD10E3C8}" presName="childNode" presStyleLbl="node1" presStyleIdx="7" presStyleCnt="9">
        <dgm:presLayoutVars>
          <dgm:bulletEnabled val="1"/>
        </dgm:presLayoutVars>
      </dgm:prSet>
      <dgm:spPr/>
    </dgm:pt>
    <dgm:pt modelId="{DAF5D974-0A07-4481-9DD7-6F669B42964B}" type="pres">
      <dgm:prSet presAssocID="{2341DA99-C555-44AC-9137-A861FD10E3C8}" presName="aSpace2" presStyleCnt="0"/>
      <dgm:spPr/>
    </dgm:pt>
    <dgm:pt modelId="{7750F0C7-E357-424D-AC10-BF26E8C4C54C}" type="pres">
      <dgm:prSet presAssocID="{192CDAD8-C0CD-456B-B466-44EEA59F6BCF}" presName="childNode" presStyleLbl="node1" presStyleIdx="8" presStyleCnt="9">
        <dgm:presLayoutVars>
          <dgm:bulletEnabled val="1"/>
        </dgm:presLayoutVars>
      </dgm:prSet>
      <dgm:spPr/>
    </dgm:pt>
  </dgm:ptLst>
  <dgm:cxnLst>
    <dgm:cxn modelId="{2DAFC30B-4082-4377-B67D-74C2B6A4D2D6}" srcId="{423CD54E-3D7C-4D4E-AB50-FC61B0E1F3FA}" destId="{238EE608-7706-4C7A-997E-55B43F2E9B4F}" srcOrd="0" destOrd="0" parTransId="{618F3934-6BC3-407B-A447-B947BF43EB3C}" sibTransId="{3D5BE66B-D6FF-43C1-AB63-9FB31DEBB36C}"/>
    <dgm:cxn modelId="{D6EAD30E-6843-4CEE-B4A1-78BE722A4A6A}" srcId="{2341DA99-C555-44AC-9137-A861FD10E3C8}" destId="{65907FB0-3B84-4E85-9B59-44A097E87E03}" srcOrd="2" destOrd="0" parTransId="{06231865-B2C6-49CF-B13F-42B52CF413B3}" sibTransId="{D5408DB2-0E68-40BF-A74A-7F20AA33A0F7}"/>
    <dgm:cxn modelId="{31E5E310-8E00-42CC-995A-626BFDEA831D}" srcId="{192CDAD8-C0CD-456B-B466-44EEA59F6BCF}" destId="{A5284AEF-69AF-430A-9160-EC9224D7A61B}" srcOrd="0" destOrd="0" parTransId="{4A23F934-072C-40CB-B45B-F8F726803D2D}" sibTransId="{5A3457D6-50C9-4635-974A-91C2E22B478F}"/>
    <dgm:cxn modelId="{8E682A13-B7B0-43A9-A102-DB977ACF38F9}" srcId="{238EE608-7706-4C7A-997E-55B43F2E9B4F}" destId="{004D310D-3769-4DE0-B425-E0190DB6B6D4}" srcOrd="0" destOrd="0" parTransId="{DB90FB2C-B86C-4C44-9279-5588A2DB43B4}" sibTransId="{6FEAAF7E-436F-4642-8EFC-238F826F479B}"/>
    <dgm:cxn modelId="{4FB3F124-14A4-41AD-981C-E3792C47CD4B}" srcId="{05537276-DE32-49E6-B23B-D2847ACA36EE}" destId="{718D9B2B-5530-42E7-95A3-F1B7B6793747}" srcOrd="0" destOrd="0" parTransId="{DEF1A083-2CB2-4A41-85BE-62235AE0386F}" sibTransId="{0A2992E2-DA1E-422E-8854-8166246B5B76}"/>
    <dgm:cxn modelId="{79A79627-15CE-44EB-B56D-359A5C4B6641}" type="presOf" srcId="{73FF21A1-D70A-439B-9602-14CCC477BBFC}" destId="{7B88D013-784D-4882-9E08-642D71497661}" srcOrd="0" destOrd="2" presId="urn:microsoft.com/office/officeart/2005/8/layout/lProcess2"/>
    <dgm:cxn modelId="{27F23E29-6BD9-467A-9289-97B5A7F40951}" srcId="{77DF6613-9B40-4D0B-8884-F2C731613974}" destId="{2341DA99-C555-44AC-9137-A861FD10E3C8}" srcOrd="1" destOrd="0" parTransId="{555BCC35-B69B-4D38-89E0-DE85F1C4432B}" sibTransId="{73F791CB-0014-4B9C-9227-8B9D26B1F1CA}"/>
    <dgm:cxn modelId="{BFF4B22A-9981-4C56-ADF1-55814E1998DC}" srcId="{718D9B2B-5530-42E7-95A3-F1B7B6793747}" destId="{D97B267B-DFB5-4C62-BD61-564907A55FE9}" srcOrd="0" destOrd="0" parTransId="{46A0A4C7-B523-4096-BEE7-319B414CFA82}" sibTransId="{91CD70DF-47D3-44EF-8D6B-37619048939D}"/>
    <dgm:cxn modelId="{128FA82B-64CB-4378-8FCB-6259FDD6C91C}" type="presOf" srcId="{4E1C8F18-3272-4059-AD39-75774B294461}" destId="{EB2AB15E-037B-4BDD-976D-0074F2754D51}" srcOrd="0" destOrd="1" presId="urn:microsoft.com/office/officeart/2005/8/layout/lProcess2"/>
    <dgm:cxn modelId="{EF3D0636-6481-4E27-96F2-8BF571E5FE1C}" srcId="{423CD54E-3D7C-4D4E-AB50-FC61B0E1F3FA}" destId="{5DEEB031-24A7-4583-A732-DFC0920A72B1}" srcOrd="1" destOrd="0" parTransId="{6DAA78E6-BF1C-40B5-905E-2DDF5B6D8EB2}" sibTransId="{12D2251F-ECAD-4EDF-A0F7-F7C5C2CD9F45}"/>
    <dgm:cxn modelId="{8939733E-89F6-4B88-B61D-B978F241E6A4}" type="presOf" srcId="{7934A8A3-EE3E-40EB-BC9C-45D15F1133C7}" destId="{CC9A4FC2-28EE-466E-B5A8-C689A83331A1}" srcOrd="0" destOrd="2" presId="urn:microsoft.com/office/officeart/2005/8/layout/lProcess2"/>
    <dgm:cxn modelId="{5B04A25D-BC4A-4A40-9CA5-F33CC4E7A660}" type="presOf" srcId="{D97B267B-DFB5-4C62-BD61-564907A55FE9}" destId="{AAA6B1F5-7F22-4AF6-B53F-E3EE6D4D0C3C}" srcOrd="0" destOrd="1" presId="urn:microsoft.com/office/officeart/2005/8/layout/lProcess2"/>
    <dgm:cxn modelId="{0D516442-83EF-4AA0-87C7-243F432D9680}" type="presOf" srcId="{423CD54E-3D7C-4D4E-AB50-FC61B0E1F3FA}" destId="{34476E25-171B-4B50-A641-46D8D995D605}" srcOrd="0" destOrd="0" presId="urn:microsoft.com/office/officeart/2005/8/layout/lProcess2"/>
    <dgm:cxn modelId="{1F45D163-8079-4EAC-89B2-EBBE38F83440}" srcId="{05537276-DE32-49E6-B23B-D2847ACA36EE}" destId="{4DE12B12-CB2C-4F8F-8985-FB8ADE6823EB}" srcOrd="1" destOrd="0" parTransId="{D3F2B267-1C1C-432E-9C8E-CDDB2338C9EF}" sibTransId="{F801F8D3-2184-4054-913B-A0BFC9EAE3F4}"/>
    <dgm:cxn modelId="{4CBC9E64-C9DD-41B9-83C9-AD99FE36C46A}" srcId="{2341DA99-C555-44AC-9137-A861FD10E3C8}" destId="{55F72A7D-2A17-4CDE-979A-F2A428473EB5}" srcOrd="0" destOrd="0" parTransId="{3B7ADE5B-5771-4E44-9CC0-CFD69E9A7121}" sibTransId="{8315E585-E2FA-4240-AFF1-9CC43CB1B289}"/>
    <dgm:cxn modelId="{FF2A8C65-DE0B-4C35-9203-A408033D6B0F}" type="presOf" srcId="{65907FB0-3B84-4E85-9B59-44A097E87E03}" destId="{7B88D013-784D-4882-9E08-642D71497661}" srcOrd="0" destOrd="3" presId="urn:microsoft.com/office/officeart/2005/8/layout/lProcess2"/>
    <dgm:cxn modelId="{90CCFE45-E4FF-41FE-B2BC-653A96E63A7A}" type="presOf" srcId="{00B603CC-6CC0-45B4-98D4-9169C4633BE2}" destId="{B36C9D83-32B2-4286-99A6-ED8A6052C3E5}" srcOrd="0" destOrd="0" presId="urn:microsoft.com/office/officeart/2005/8/layout/lProcess2"/>
    <dgm:cxn modelId="{97036346-E348-4C70-B585-301BD2AD5559}" type="presOf" srcId="{05537276-DE32-49E6-B23B-D2847ACA36EE}" destId="{F453270C-D7E8-494E-8A08-D193FD92B3D1}" srcOrd="1" destOrd="0" presId="urn:microsoft.com/office/officeart/2005/8/layout/lProcess2"/>
    <dgm:cxn modelId="{2554C168-65A9-433C-9E70-51561DC09ECC}" srcId="{77DF6613-9B40-4D0B-8884-F2C731613974}" destId="{00B603CC-6CC0-45B4-98D4-9169C4633BE2}" srcOrd="0" destOrd="0" parTransId="{320FD056-EEAC-470D-B3A2-E1DFFBA767E9}" sibTransId="{709163BB-260C-467D-8E18-4A316542EBDD}"/>
    <dgm:cxn modelId="{6129AD4B-5EFB-4077-A71A-5BB542842E0D}" type="presOf" srcId="{A8AB26F9-8532-4E29-84F2-4AEC983367B7}" destId="{CC9A4FC2-28EE-466E-B5A8-C689A83331A1}" srcOrd="0" destOrd="3" presId="urn:microsoft.com/office/officeart/2005/8/layout/lProcess2"/>
    <dgm:cxn modelId="{9A39DC6C-677E-4BA7-B0A4-DABEBAD0D852}" type="presOf" srcId="{238EE608-7706-4C7A-997E-55B43F2E9B4F}" destId="{E1402222-7B18-47CD-BC35-6BE1F7ADB064}" srcOrd="0" destOrd="0" presId="urn:microsoft.com/office/officeart/2005/8/layout/lProcess2"/>
    <dgm:cxn modelId="{4C5CFE6C-DCCE-47D5-9AD8-8AE2A40B57F1}" type="presOf" srcId="{42359614-FB55-4C90-9686-79EE32D84A2B}" destId="{EB2AB15E-037B-4BDD-976D-0074F2754D51}" srcOrd="0" destOrd="3" presId="urn:microsoft.com/office/officeart/2005/8/layout/lProcess2"/>
    <dgm:cxn modelId="{3267084D-E4CD-4EB7-BAC1-52F32F70C727}" type="presOf" srcId="{55F72A7D-2A17-4CDE-979A-F2A428473EB5}" destId="{7B88D013-784D-4882-9E08-642D71497661}" srcOrd="0" destOrd="1" presId="urn:microsoft.com/office/officeart/2005/8/layout/lProcess2"/>
    <dgm:cxn modelId="{576B8756-FEED-4367-8329-3B6C6DDBA3B4}" srcId="{83B48227-5D7D-4AD0-8CD2-CE28CB3DEF14}" destId="{423CD54E-3D7C-4D4E-AB50-FC61B0E1F3FA}" srcOrd="1" destOrd="0" parTransId="{4F09FA1B-3C30-4AE5-927E-2B5F8E92E3C8}" sibTransId="{4EDC1137-468D-469A-8F5B-F1DF6F359149}"/>
    <dgm:cxn modelId="{059C9959-62C2-4B77-B085-AE615F31642B}" srcId="{4DE12B12-CB2C-4F8F-8985-FB8ADE6823EB}" destId="{CBD75261-1E6D-4A79-A6DA-452F8FD357BE}" srcOrd="1" destOrd="0" parTransId="{77C37184-A75F-4A50-9D43-25221B1C0132}" sibTransId="{385C54C1-0670-4865-8029-11D57233CCCB}"/>
    <dgm:cxn modelId="{C570A479-0D8B-4A30-9587-9988BFDCBBE2}" srcId="{83B48227-5D7D-4AD0-8CD2-CE28CB3DEF14}" destId="{77DF6613-9B40-4D0B-8884-F2C731613974}" srcOrd="2" destOrd="0" parTransId="{F136C99E-E9A6-4DF5-B3B7-061F03FAD2B6}" sibTransId="{B8C047A4-494D-4E24-B930-F531E495474A}"/>
    <dgm:cxn modelId="{69F6DA79-890E-43A0-AA0E-1D20366ED4E5}" type="presOf" srcId="{A5284AEF-69AF-430A-9160-EC9224D7A61B}" destId="{7750F0C7-E357-424D-AC10-BF26E8C4C54C}" srcOrd="0" destOrd="1" presId="urn:microsoft.com/office/officeart/2005/8/layout/lProcess2"/>
    <dgm:cxn modelId="{71B2427B-E2DB-407D-AB93-32A7E3A78735}" type="presOf" srcId="{83B48227-5D7D-4AD0-8CD2-CE28CB3DEF14}" destId="{3A5AD9C7-46C2-475E-8EF1-A3CED21125E2}" srcOrd="0" destOrd="0" presId="urn:microsoft.com/office/officeart/2005/8/layout/lProcess2"/>
    <dgm:cxn modelId="{83F9B67B-224F-49D2-969D-D73339963D67}" type="presOf" srcId="{038AFEC6-E29A-4E22-92CA-BB62D0B52CA9}" destId="{1D81252B-48E0-48FF-AF5C-52618A4A40F5}" srcOrd="0" destOrd="1" presId="urn:microsoft.com/office/officeart/2005/8/layout/lProcess2"/>
    <dgm:cxn modelId="{CAC1B77B-21C5-4A26-8066-B649445BD4E9}" type="presOf" srcId="{785AE583-69B4-4832-A9F3-4F52D9813508}" destId="{B36C9D83-32B2-4286-99A6-ED8A6052C3E5}" srcOrd="0" destOrd="1" presId="urn:microsoft.com/office/officeart/2005/8/layout/lProcess2"/>
    <dgm:cxn modelId="{E75F0C7E-C86E-4763-A248-3C6F451ABE07}" srcId="{77DF6613-9B40-4D0B-8884-F2C731613974}" destId="{192CDAD8-C0CD-456B-B466-44EEA59F6BCF}" srcOrd="2" destOrd="0" parTransId="{AA3AC253-7559-4B27-BD35-DA40179976DF}" sibTransId="{8B8B9CD4-AFA7-4C22-998A-B8D5C2E7213D}"/>
    <dgm:cxn modelId="{25D5487E-67EF-4887-A4AF-DF18FD2149E6}" type="presOf" srcId="{423CD54E-3D7C-4D4E-AB50-FC61B0E1F3FA}" destId="{81F0FB28-27CA-4289-A961-B38A0360D089}" srcOrd="1" destOrd="0" presId="urn:microsoft.com/office/officeart/2005/8/layout/lProcess2"/>
    <dgm:cxn modelId="{29320B88-0570-440E-A5B1-410CB6E53EE3}" srcId="{4DE12B12-CB2C-4F8F-8985-FB8ADE6823EB}" destId="{4E1C8F18-3272-4059-AD39-75774B294461}" srcOrd="0" destOrd="0" parTransId="{C4EAB01F-AE3C-4D44-B54A-DC3546D73A77}" sibTransId="{B08B1BA3-637C-49EC-8D39-89C1BF768037}"/>
    <dgm:cxn modelId="{3FCE0E8F-078C-48CB-B1FF-7583C5A5BC41}" type="presOf" srcId="{77DF6613-9B40-4D0B-8884-F2C731613974}" destId="{82D5BF5F-A9D3-42D3-9DDB-1046385EB431}" srcOrd="1" destOrd="0" presId="urn:microsoft.com/office/officeart/2005/8/layout/lProcess2"/>
    <dgm:cxn modelId="{8E4E1390-7AC6-45FD-9795-B03E2EDF4337}" type="presOf" srcId="{BFCD1243-3A1D-4B72-8940-5DB5F887D28C}" destId="{CC9A4FC2-28EE-466E-B5A8-C689A83331A1}" srcOrd="0" destOrd="1" presId="urn:microsoft.com/office/officeart/2005/8/layout/lProcess2"/>
    <dgm:cxn modelId="{EE602C96-1669-49DA-A3C0-6B11EA376963}" type="presOf" srcId="{77DF6613-9B40-4D0B-8884-F2C731613974}" destId="{B19415A0-88EB-4780-A3BE-FC1DE7A8496F}" srcOrd="0" destOrd="0" presId="urn:microsoft.com/office/officeart/2005/8/layout/lProcess2"/>
    <dgm:cxn modelId="{3D327BA3-3D18-4559-821E-0BD39806135E}" type="presOf" srcId="{D9107436-7F48-4C03-858F-B61C534820FE}" destId="{7421E628-B294-43FB-B6F1-73711B9BD64D}" srcOrd="0" destOrd="1" presId="urn:microsoft.com/office/officeart/2005/8/layout/lProcess2"/>
    <dgm:cxn modelId="{697E30AA-0CDE-486C-93EC-981A1DF5B8F0}" srcId="{D7C3D355-C8DC-4037-80AF-3E49803FEACC}" destId="{D9107436-7F48-4C03-858F-B61C534820FE}" srcOrd="0" destOrd="0" parTransId="{2F62EEB1-2D21-400D-AE8F-1C24F7B47895}" sibTransId="{DDB1E193-7B8C-4C33-90A9-77ECDDA13A2E}"/>
    <dgm:cxn modelId="{54C67BAA-F4CE-49D0-9B37-E31E19EEBF13}" type="presOf" srcId="{4DE12B12-CB2C-4F8F-8985-FB8ADE6823EB}" destId="{EB2AB15E-037B-4BDD-976D-0074F2754D51}" srcOrd="0" destOrd="0" presId="urn:microsoft.com/office/officeart/2005/8/layout/lProcess2"/>
    <dgm:cxn modelId="{0E99BDAA-3FE7-43D6-AB41-87275C6D20AE}" type="presOf" srcId="{5DEEB031-24A7-4583-A732-DFC0920A72B1}" destId="{CC9A4FC2-28EE-466E-B5A8-C689A83331A1}" srcOrd="0" destOrd="0" presId="urn:microsoft.com/office/officeart/2005/8/layout/lProcess2"/>
    <dgm:cxn modelId="{1A67D5B5-0DF8-4C71-A7D8-3C7E5FA9168A}" type="presOf" srcId="{718D9B2B-5530-42E7-95A3-F1B7B6793747}" destId="{AAA6B1F5-7F22-4AF6-B53F-E3EE6D4D0C3C}" srcOrd="0" destOrd="0" presId="urn:microsoft.com/office/officeart/2005/8/layout/lProcess2"/>
    <dgm:cxn modelId="{535729B9-B75A-45BB-B3C5-D2E06ACAF0C5}" srcId="{00B603CC-6CC0-45B4-98D4-9169C4633BE2}" destId="{785AE583-69B4-4832-A9F3-4F52D9813508}" srcOrd="0" destOrd="0" parTransId="{F0194FEA-1796-4C90-A113-114EE0F0BFCA}" sibTransId="{106F88C0-ABB6-4963-BFBE-C1A6D9412A87}"/>
    <dgm:cxn modelId="{83E568BE-32BD-4CDB-B244-77A0F9E8871E}" srcId="{423CD54E-3D7C-4D4E-AB50-FC61B0E1F3FA}" destId="{D7C3D355-C8DC-4037-80AF-3E49803FEACC}" srcOrd="2" destOrd="0" parTransId="{8F5C6488-D135-433A-BDA1-C623559AE5E7}" sibTransId="{6A133665-2C4E-422F-A56A-44BE5BF4C9AD}"/>
    <dgm:cxn modelId="{4769E2BF-0175-493D-B166-CFA441B2159D}" type="presOf" srcId="{2341DA99-C555-44AC-9137-A861FD10E3C8}" destId="{7B88D013-784D-4882-9E08-642D71497661}" srcOrd="0" destOrd="0" presId="urn:microsoft.com/office/officeart/2005/8/layout/lProcess2"/>
    <dgm:cxn modelId="{473BB2C6-F73B-49AE-B4FC-E356D65727BD}" srcId="{83B48227-5D7D-4AD0-8CD2-CE28CB3DEF14}" destId="{05537276-DE32-49E6-B23B-D2847ACA36EE}" srcOrd="0" destOrd="0" parTransId="{A6CE6291-8E71-46A6-ADE4-6683F91DBE29}" sibTransId="{32261DC0-81E0-4CC1-92B4-09BC30A261A8}"/>
    <dgm:cxn modelId="{4D247CC8-5D14-4ABF-B9E8-96BC16A8A49D}" srcId="{48DBC8F3-43E7-4FD1-83F8-3E495E54EF71}" destId="{038AFEC6-E29A-4E22-92CA-BB62D0B52CA9}" srcOrd="0" destOrd="0" parTransId="{4C66F655-328B-45B6-A18F-17399C5FCF22}" sibTransId="{1D7B5D25-4410-46A7-B74F-8F201236A28D}"/>
    <dgm:cxn modelId="{85B2D7C8-9684-4034-B461-913AF0DFBFBA}" type="presOf" srcId="{004D310D-3769-4DE0-B425-E0190DB6B6D4}" destId="{E1402222-7B18-47CD-BC35-6BE1F7ADB064}" srcOrd="0" destOrd="1" presId="urn:microsoft.com/office/officeart/2005/8/layout/lProcess2"/>
    <dgm:cxn modelId="{BE69DCCA-652D-4E1E-9788-2B83FA1A8EC3}" type="presOf" srcId="{192CDAD8-C0CD-456B-B466-44EEA59F6BCF}" destId="{7750F0C7-E357-424D-AC10-BF26E8C4C54C}" srcOrd="0" destOrd="0" presId="urn:microsoft.com/office/officeart/2005/8/layout/lProcess2"/>
    <dgm:cxn modelId="{3C714ECB-71C6-40F6-93C6-62DBABD41B72}" srcId="{4DE12B12-CB2C-4F8F-8985-FB8ADE6823EB}" destId="{42359614-FB55-4C90-9686-79EE32D84A2B}" srcOrd="2" destOrd="0" parTransId="{E6AC3EF1-C24B-44ED-9AE4-43EEC5A0DCD6}" sibTransId="{841DC79E-4B2A-4D24-84C4-A8AB84AF44D5}"/>
    <dgm:cxn modelId="{4FF4BAD2-E350-4F5E-A894-ECACCC06CE15}" type="presOf" srcId="{CBD75261-1E6D-4A79-A6DA-452F8FD357BE}" destId="{EB2AB15E-037B-4BDD-976D-0074F2754D51}" srcOrd="0" destOrd="2" presId="urn:microsoft.com/office/officeart/2005/8/layout/lProcess2"/>
    <dgm:cxn modelId="{4C6CCDDC-20D1-4A04-9F15-15A819ECE483}" type="presOf" srcId="{D7C3D355-C8DC-4037-80AF-3E49803FEACC}" destId="{7421E628-B294-43FB-B6F1-73711B9BD64D}" srcOrd="0" destOrd="0" presId="urn:microsoft.com/office/officeart/2005/8/layout/lProcess2"/>
    <dgm:cxn modelId="{DA83A3E1-1B34-427A-B8AC-B9058C7363AE}" srcId="{2341DA99-C555-44AC-9137-A861FD10E3C8}" destId="{73FF21A1-D70A-439B-9602-14CCC477BBFC}" srcOrd="1" destOrd="0" parTransId="{1C4DC272-2089-46CA-BAEA-982CD097B57A}" sibTransId="{FC81068F-C74B-470D-BEAC-79DA2BA1379C}"/>
    <dgm:cxn modelId="{A5B4BBE9-2BDB-4330-AAF4-1A366D6EEE06}" srcId="{5DEEB031-24A7-4583-A732-DFC0920A72B1}" destId="{A8AB26F9-8532-4E29-84F2-4AEC983367B7}" srcOrd="2" destOrd="0" parTransId="{E87018E5-7249-4067-A0C6-B07D5534A000}" sibTransId="{8F06892C-0CB9-4BCB-BF01-BCD67FCBD2C5}"/>
    <dgm:cxn modelId="{1545B9EA-CEB0-437B-8DC6-6C6A604F8B50}" type="presOf" srcId="{48DBC8F3-43E7-4FD1-83F8-3E495E54EF71}" destId="{1D81252B-48E0-48FF-AF5C-52618A4A40F5}" srcOrd="0" destOrd="0" presId="urn:microsoft.com/office/officeart/2005/8/layout/lProcess2"/>
    <dgm:cxn modelId="{CC1664ED-E446-4E8A-BA0F-54E018D7DF50}" srcId="{05537276-DE32-49E6-B23B-D2847ACA36EE}" destId="{48DBC8F3-43E7-4FD1-83F8-3E495E54EF71}" srcOrd="2" destOrd="0" parTransId="{BE7DC0C8-EAC7-442C-B55F-A8660478062D}" sibTransId="{247DFBCB-5ED7-4AA7-A0EA-70B9C7567339}"/>
    <dgm:cxn modelId="{6A2C43EF-DC94-41B5-8F42-B241978A3C9E}" type="presOf" srcId="{05537276-DE32-49E6-B23B-D2847ACA36EE}" destId="{C283502E-F033-4B06-A551-4C55E6CCD99F}" srcOrd="0" destOrd="0" presId="urn:microsoft.com/office/officeart/2005/8/layout/lProcess2"/>
    <dgm:cxn modelId="{10D687FB-24B4-4AAF-BD15-870D8E564CC7}" srcId="{5DEEB031-24A7-4583-A732-DFC0920A72B1}" destId="{BFCD1243-3A1D-4B72-8940-5DB5F887D28C}" srcOrd="0" destOrd="0" parTransId="{E4E8737A-3B72-4AD9-A2E1-F05CFBAD70A8}" sibTransId="{D233E771-C0AC-41A3-A557-EB6CB91AD490}"/>
    <dgm:cxn modelId="{3E778AFB-74CC-48EE-AFF1-74ED5ECCA686}" srcId="{5DEEB031-24A7-4583-A732-DFC0920A72B1}" destId="{7934A8A3-EE3E-40EB-BC9C-45D15F1133C7}" srcOrd="1" destOrd="0" parTransId="{1D0A7428-C6C8-4AB4-A838-DED2ECB0974E}" sibTransId="{08A7B835-D7AE-46FA-837F-740B4B22E202}"/>
    <dgm:cxn modelId="{A0A067B4-0751-43F1-9FA1-ACF8BB696D24}" type="presParOf" srcId="{3A5AD9C7-46C2-475E-8EF1-A3CED21125E2}" destId="{A3D2DF86-F84E-4C59-A473-7388CCFB00C4}" srcOrd="0" destOrd="0" presId="urn:microsoft.com/office/officeart/2005/8/layout/lProcess2"/>
    <dgm:cxn modelId="{EE9B49A2-39EC-485F-9EBA-C94FEA8F5469}" type="presParOf" srcId="{A3D2DF86-F84E-4C59-A473-7388CCFB00C4}" destId="{C283502E-F033-4B06-A551-4C55E6CCD99F}" srcOrd="0" destOrd="0" presId="urn:microsoft.com/office/officeart/2005/8/layout/lProcess2"/>
    <dgm:cxn modelId="{B4FCE220-ED5D-4C9F-BB3A-5EF9042A2656}" type="presParOf" srcId="{A3D2DF86-F84E-4C59-A473-7388CCFB00C4}" destId="{F453270C-D7E8-494E-8A08-D193FD92B3D1}" srcOrd="1" destOrd="0" presId="urn:microsoft.com/office/officeart/2005/8/layout/lProcess2"/>
    <dgm:cxn modelId="{D447B68A-8DE5-4684-BA2C-7A9E38B579D6}" type="presParOf" srcId="{A3D2DF86-F84E-4C59-A473-7388CCFB00C4}" destId="{5531AF47-2D00-4F5E-8511-EB27C43DE3C8}" srcOrd="2" destOrd="0" presId="urn:microsoft.com/office/officeart/2005/8/layout/lProcess2"/>
    <dgm:cxn modelId="{55F56558-3D07-4493-8E79-2119B52B4129}" type="presParOf" srcId="{5531AF47-2D00-4F5E-8511-EB27C43DE3C8}" destId="{1B37C6E1-C96D-44EA-B9DF-D86CD027B2D2}" srcOrd="0" destOrd="0" presId="urn:microsoft.com/office/officeart/2005/8/layout/lProcess2"/>
    <dgm:cxn modelId="{97383C1E-BF28-4AFA-93B0-1ED4FDAE3092}" type="presParOf" srcId="{1B37C6E1-C96D-44EA-B9DF-D86CD027B2D2}" destId="{AAA6B1F5-7F22-4AF6-B53F-E3EE6D4D0C3C}" srcOrd="0" destOrd="0" presId="urn:microsoft.com/office/officeart/2005/8/layout/lProcess2"/>
    <dgm:cxn modelId="{B1427C3D-A587-4440-9A56-ABB9624397B5}" type="presParOf" srcId="{1B37C6E1-C96D-44EA-B9DF-D86CD027B2D2}" destId="{E342E7E4-3691-474F-9285-492CB7BCEEC2}" srcOrd="1" destOrd="0" presId="urn:microsoft.com/office/officeart/2005/8/layout/lProcess2"/>
    <dgm:cxn modelId="{37F39E02-4DF9-458F-86F4-04B5A357F068}" type="presParOf" srcId="{1B37C6E1-C96D-44EA-B9DF-D86CD027B2D2}" destId="{EB2AB15E-037B-4BDD-976D-0074F2754D51}" srcOrd="2" destOrd="0" presId="urn:microsoft.com/office/officeart/2005/8/layout/lProcess2"/>
    <dgm:cxn modelId="{0BBA29F4-C6D3-4092-9AE9-6044E51A1428}" type="presParOf" srcId="{1B37C6E1-C96D-44EA-B9DF-D86CD027B2D2}" destId="{84CE95B1-90B8-4CB0-B028-628284EEC700}" srcOrd="3" destOrd="0" presId="urn:microsoft.com/office/officeart/2005/8/layout/lProcess2"/>
    <dgm:cxn modelId="{84D116A5-9DE0-4F92-9C96-F7845ED2F332}" type="presParOf" srcId="{1B37C6E1-C96D-44EA-B9DF-D86CD027B2D2}" destId="{1D81252B-48E0-48FF-AF5C-52618A4A40F5}" srcOrd="4" destOrd="0" presId="urn:microsoft.com/office/officeart/2005/8/layout/lProcess2"/>
    <dgm:cxn modelId="{F9C2BAC1-AA11-4A54-AB3D-34217E5DF652}" type="presParOf" srcId="{3A5AD9C7-46C2-475E-8EF1-A3CED21125E2}" destId="{A2B7FC86-923C-4C85-83F0-9AE25181E68A}" srcOrd="1" destOrd="0" presId="urn:microsoft.com/office/officeart/2005/8/layout/lProcess2"/>
    <dgm:cxn modelId="{8332373A-9007-4AB6-80B7-6C803E77AFBD}" type="presParOf" srcId="{3A5AD9C7-46C2-475E-8EF1-A3CED21125E2}" destId="{0B9DC083-8D88-41B7-895C-032623575337}" srcOrd="2" destOrd="0" presId="urn:microsoft.com/office/officeart/2005/8/layout/lProcess2"/>
    <dgm:cxn modelId="{795608F3-E3A7-4F9C-8962-1F53E78629A3}" type="presParOf" srcId="{0B9DC083-8D88-41B7-895C-032623575337}" destId="{34476E25-171B-4B50-A641-46D8D995D605}" srcOrd="0" destOrd="0" presId="urn:microsoft.com/office/officeart/2005/8/layout/lProcess2"/>
    <dgm:cxn modelId="{6B0E2763-E22B-4797-8132-D5E3755A0257}" type="presParOf" srcId="{0B9DC083-8D88-41B7-895C-032623575337}" destId="{81F0FB28-27CA-4289-A961-B38A0360D089}" srcOrd="1" destOrd="0" presId="urn:microsoft.com/office/officeart/2005/8/layout/lProcess2"/>
    <dgm:cxn modelId="{28391B50-02EA-4E59-8E3C-6EBCB18257F9}" type="presParOf" srcId="{0B9DC083-8D88-41B7-895C-032623575337}" destId="{B2854545-8B2C-4BE1-BD18-346D01177594}" srcOrd="2" destOrd="0" presId="urn:microsoft.com/office/officeart/2005/8/layout/lProcess2"/>
    <dgm:cxn modelId="{7A384C7C-A220-458C-8C24-3CFC55E29374}" type="presParOf" srcId="{B2854545-8B2C-4BE1-BD18-346D01177594}" destId="{DB2DFCB0-7F7B-4A10-894C-DE901DE961AE}" srcOrd="0" destOrd="0" presId="urn:microsoft.com/office/officeart/2005/8/layout/lProcess2"/>
    <dgm:cxn modelId="{3EF05C64-5CD7-4FFA-B66A-DDE985C5A4A1}" type="presParOf" srcId="{DB2DFCB0-7F7B-4A10-894C-DE901DE961AE}" destId="{E1402222-7B18-47CD-BC35-6BE1F7ADB064}" srcOrd="0" destOrd="0" presId="urn:microsoft.com/office/officeart/2005/8/layout/lProcess2"/>
    <dgm:cxn modelId="{5FE107EA-6784-4ED8-8D50-8F619A20DE5B}" type="presParOf" srcId="{DB2DFCB0-7F7B-4A10-894C-DE901DE961AE}" destId="{22ED0A9E-455F-4C5E-879A-3D1B65C37F0F}" srcOrd="1" destOrd="0" presId="urn:microsoft.com/office/officeart/2005/8/layout/lProcess2"/>
    <dgm:cxn modelId="{103DBEAF-0AD8-4CE8-B02E-B0DD8CBA19B4}" type="presParOf" srcId="{DB2DFCB0-7F7B-4A10-894C-DE901DE961AE}" destId="{CC9A4FC2-28EE-466E-B5A8-C689A83331A1}" srcOrd="2" destOrd="0" presId="urn:microsoft.com/office/officeart/2005/8/layout/lProcess2"/>
    <dgm:cxn modelId="{273DA19E-4ED3-4395-9A2B-C0A0E114A4A2}" type="presParOf" srcId="{DB2DFCB0-7F7B-4A10-894C-DE901DE961AE}" destId="{EC3836C3-F41F-4DAA-82C2-B42D4E6BA0F9}" srcOrd="3" destOrd="0" presId="urn:microsoft.com/office/officeart/2005/8/layout/lProcess2"/>
    <dgm:cxn modelId="{30CB30BC-ADFD-43B9-9587-17C9FD4209E2}" type="presParOf" srcId="{DB2DFCB0-7F7B-4A10-894C-DE901DE961AE}" destId="{7421E628-B294-43FB-B6F1-73711B9BD64D}" srcOrd="4" destOrd="0" presId="urn:microsoft.com/office/officeart/2005/8/layout/lProcess2"/>
    <dgm:cxn modelId="{CBDC9234-A03C-453D-9AD7-4A8C8CD85F70}" type="presParOf" srcId="{3A5AD9C7-46C2-475E-8EF1-A3CED21125E2}" destId="{B67EB1E9-F3C8-4AF8-80C0-6F8526378F4A}" srcOrd="3" destOrd="0" presId="urn:microsoft.com/office/officeart/2005/8/layout/lProcess2"/>
    <dgm:cxn modelId="{1F4D1F3A-888A-497C-8CF0-7F00367A1EDE}" type="presParOf" srcId="{3A5AD9C7-46C2-475E-8EF1-A3CED21125E2}" destId="{A923AD60-706F-419E-BA57-0A5F7E104178}" srcOrd="4" destOrd="0" presId="urn:microsoft.com/office/officeart/2005/8/layout/lProcess2"/>
    <dgm:cxn modelId="{7E4F2779-B9A3-47FE-AB4D-6BC296920423}" type="presParOf" srcId="{A923AD60-706F-419E-BA57-0A5F7E104178}" destId="{B19415A0-88EB-4780-A3BE-FC1DE7A8496F}" srcOrd="0" destOrd="0" presId="urn:microsoft.com/office/officeart/2005/8/layout/lProcess2"/>
    <dgm:cxn modelId="{4088E409-7860-4AE3-B23F-F54F6B3C7FDA}" type="presParOf" srcId="{A923AD60-706F-419E-BA57-0A5F7E104178}" destId="{82D5BF5F-A9D3-42D3-9DDB-1046385EB431}" srcOrd="1" destOrd="0" presId="urn:microsoft.com/office/officeart/2005/8/layout/lProcess2"/>
    <dgm:cxn modelId="{0E5354A0-7801-43F4-A0A3-7B79A14FD1B2}" type="presParOf" srcId="{A923AD60-706F-419E-BA57-0A5F7E104178}" destId="{361BC5A8-3D65-47A3-92D8-8DE82FBEBF6B}" srcOrd="2" destOrd="0" presId="urn:microsoft.com/office/officeart/2005/8/layout/lProcess2"/>
    <dgm:cxn modelId="{6E7B7C8C-2C59-4137-A521-38C34E00DC47}" type="presParOf" srcId="{361BC5A8-3D65-47A3-92D8-8DE82FBEBF6B}" destId="{47747A5C-0E65-4475-8540-BFBBEE2DF4D4}" srcOrd="0" destOrd="0" presId="urn:microsoft.com/office/officeart/2005/8/layout/lProcess2"/>
    <dgm:cxn modelId="{3AFD66C5-690E-4E26-AB41-CED8197D21ED}" type="presParOf" srcId="{47747A5C-0E65-4475-8540-BFBBEE2DF4D4}" destId="{B36C9D83-32B2-4286-99A6-ED8A6052C3E5}" srcOrd="0" destOrd="0" presId="urn:microsoft.com/office/officeart/2005/8/layout/lProcess2"/>
    <dgm:cxn modelId="{78BFD265-DF6C-48BA-91CF-068EE754B720}" type="presParOf" srcId="{47747A5C-0E65-4475-8540-BFBBEE2DF4D4}" destId="{079C93DF-2A61-4023-AA68-BB5FEE6B46D0}" srcOrd="1" destOrd="0" presId="urn:microsoft.com/office/officeart/2005/8/layout/lProcess2"/>
    <dgm:cxn modelId="{58DA0639-4914-46FA-9462-5C18B8387A4E}" type="presParOf" srcId="{47747A5C-0E65-4475-8540-BFBBEE2DF4D4}" destId="{7B88D013-784D-4882-9E08-642D71497661}" srcOrd="2" destOrd="0" presId="urn:microsoft.com/office/officeart/2005/8/layout/lProcess2"/>
    <dgm:cxn modelId="{6C3C3337-186C-4B44-8FAD-47A3A4141B11}" type="presParOf" srcId="{47747A5C-0E65-4475-8540-BFBBEE2DF4D4}" destId="{DAF5D974-0A07-4481-9DD7-6F669B42964B}" srcOrd="3" destOrd="0" presId="urn:microsoft.com/office/officeart/2005/8/layout/lProcess2"/>
    <dgm:cxn modelId="{96657CBD-46A6-4DE1-BEB4-19E52CB6A444}" type="presParOf" srcId="{47747A5C-0E65-4475-8540-BFBBEE2DF4D4}" destId="{7750F0C7-E357-424D-AC10-BF26E8C4C54C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33A578-40AC-4565-95B4-EB267243B8D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4FAB8A-B9DD-4D52-8AE9-80C3A45F954F}">
      <dgm:prSet phldrT="[Text]"/>
      <dgm:spPr/>
      <dgm:t>
        <a:bodyPr/>
        <a:lstStyle/>
        <a:p>
          <a:r>
            <a:rPr lang="en-US" b="1" dirty="0"/>
            <a:t>Proactive Outreach to At-Risk Customers</a:t>
          </a:r>
          <a:endParaRPr lang="en-US" dirty="0"/>
        </a:p>
      </dgm:t>
    </dgm:pt>
    <dgm:pt modelId="{D097B9E5-37B6-4315-B70D-7BA1C930D01B}" type="parTrans" cxnId="{2F61C47D-94A6-41AC-B925-64B616984A6C}">
      <dgm:prSet/>
      <dgm:spPr/>
      <dgm:t>
        <a:bodyPr/>
        <a:lstStyle/>
        <a:p>
          <a:endParaRPr lang="en-US"/>
        </a:p>
      </dgm:t>
    </dgm:pt>
    <dgm:pt modelId="{F5E0BD3C-C94D-4619-80E3-B664E3AEBB77}" type="sibTrans" cxnId="{2F61C47D-94A6-41AC-B925-64B616984A6C}">
      <dgm:prSet/>
      <dgm:spPr/>
      <dgm:t>
        <a:bodyPr/>
        <a:lstStyle/>
        <a:p>
          <a:endParaRPr lang="en-US"/>
        </a:p>
      </dgm:t>
    </dgm:pt>
    <dgm:pt modelId="{7F6D0544-D768-4669-8DA9-667AF48D0771}">
      <dgm:prSet phldrT="[Text]"/>
      <dgm:spPr/>
      <dgm:t>
        <a:bodyPr/>
        <a:lstStyle/>
        <a:p>
          <a:pPr>
            <a:buNone/>
          </a:pPr>
          <a:r>
            <a:rPr lang="en-US" b="1" dirty="0"/>
            <a:t>Exit Surveys for Churned Customers</a:t>
          </a:r>
          <a:endParaRPr lang="en-US" dirty="0"/>
        </a:p>
      </dgm:t>
    </dgm:pt>
    <dgm:pt modelId="{252B6318-5756-43CF-9513-3D5A585B63EE}" type="parTrans" cxnId="{FC5842D2-B16C-43CB-AADF-7F02BDD9E57F}">
      <dgm:prSet/>
      <dgm:spPr/>
      <dgm:t>
        <a:bodyPr/>
        <a:lstStyle/>
        <a:p>
          <a:endParaRPr lang="en-US"/>
        </a:p>
      </dgm:t>
    </dgm:pt>
    <dgm:pt modelId="{79FCF032-549A-43F3-9BDA-47B9E2A353E3}" type="sibTrans" cxnId="{FC5842D2-B16C-43CB-AADF-7F02BDD9E57F}">
      <dgm:prSet/>
      <dgm:spPr/>
      <dgm:t>
        <a:bodyPr/>
        <a:lstStyle/>
        <a:p>
          <a:endParaRPr lang="en-US"/>
        </a:p>
      </dgm:t>
    </dgm:pt>
    <dgm:pt modelId="{06E81417-D614-4D5E-A3CB-C1A10622855D}">
      <dgm:prSet phldrT="[Text]"/>
      <dgm:spPr/>
      <dgm:t>
        <a:bodyPr/>
        <a:lstStyle/>
        <a:p>
          <a:pPr>
            <a:buNone/>
          </a:pPr>
          <a:r>
            <a:rPr lang="en-US" b="1" dirty="0"/>
            <a:t>Loyalty Rewards for Long-Term Customers</a:t>
          </a:r>
          <a:endParaRPr lang="en-US" dirty="0"/>
        </a:p>
      </dgm:t>
    </dgm:pt>
    <dgm:pt modelId="{F41E88B1-073B-4B15-A158-B83CC1DAC1E7}" type="parTrans" cxnId="{3CBF940A-1FC6-4815-9CFE-25D4FF6D2226}">
      <dgm:prSet/>
      <dgm:spPr/>
      <dgm:t>
        <a:bodyPr/>
        <a:lstStyle/>
        <a:p>
          <a:endParaRPr lang="en-US"/>
        </a:p>
      </dgm:t>
    </dgm:pt>
    <dgm:pt modelId="{427B97AE-9B73-4D89-9601-0CCE8BB3AA8D}" type="sibTrans" cxnId="{3CBF940A-1FC6-4815-9CFE-25D4FF6D2226}">
      <dgm:prSet/>
      <dgm:spPr/>
      <dgm:t>
        <a:bodyPr/>
        <a:lstStyle/>
        <a:p>
          <a:endParaRPr lang="en-US"/>
        </a:p>
      </dgm:t>
    </dgm:pt>
    <dgm:pt modelId="{5265CA1E-2721-4F51-BE0E-01EE9B2C4A7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Use duration and engagement data to predict churn</a:t>
          </a:r>
        </a:p>
      </dgm:t>
    </dgm:pt>
    <dgm:pt modelId="{71F84604-7954-412F-BFE2-AC490D7B4F7B}" type="parTrans" cxnId="{CEBD96B7-D80F-4698-A095-BC451BEFF30C}">
      <dgm:prSet/>
      <dgm:spPr/>
      <dgm:t>
        <a:bodyPr/>
        <a:lstStyle/>
        <a:p>
          <a:endParaRPr lang="en-US"/>
        </a:p>
      </dgm:t>
    </dgm:pt>
    <dgm:pt modelId="{3B4A83BB-B3E1-4EBB-A8A8-25B50E008ECA}" type="sibTrans" cxnId="{CEBD96B7-D80F-4698-A095-BC451BEFF30C}">
      <dgm:prSet/>
      <dgm:spPr/>
      <dgm:t>
        <a:bodyPr/>
        <a:lstStyle/>
        <a:p>
          <a:endParaRPr lang="en-US"/>
        </a:p>
      </dgm:t>
    </dgm:pt>
    <dgm:pt modelId="{93B26A15-6696-4ABE-A640-1C59649E5955}">
      <dgm:prSet/>
      <dgm:spPr/>
      <dgm:t>
        <a:bodyPr/>
        <a:lstStyle/>
        <a:p>
          <a:r>
            <a:rPr lang="en-US"/>
            <a:t>Intervene before month 2 with special offers or support</a:t>
          </a:r>
          <a:endParaRPr lang="en-US" dirty="0"/>
        </a:p>
      </dgm:t>
    </dgm:pt>
    <dgm:pt modelId="{43E4C39B-F664-44E4-B2D0-497B68452027}" type="parTrans" cxnId="{6C272801-555D-4C64-8B58-6A571E3522C4}">
      <dgm:prSet/>
      <dgm:spPr/>
      <dgm:t>
        <a:bodyPr/>
        <a:lstStyle/>
        <a:p>
          <a:endParaRPr lang="en-US"/>
        </a:p>
      </dgm:t>
    </dgm:pt>
    <dgm:pt modelId="{EFD68565-4A69-45A3-B329-D09D63616BD9}" type="sibTrans" cxnId="{6C272801-555D-4C64-8B58-6A571E3522C4}">
      <dgm:prSet/>
      <dgm:spPr/>
      <dgm:t>
        <a:bodyPr/>
        <a:lstStyle/>
        <a:p>
          <a:endParaRPr lang="en-US"/>
        </a:p>
      </dgm:t>
    </dgm:pt>
    <dgm:pt modelId="{4C031F13-BD1B-4B60-B639-84C92C88E8DC}">
      <dgm:prSet/>
      <dgm:spPr/>
      <dgm:t>
        <a:bodyPr/>
        <a:lstStyle/>
        <a:p>
          <a:r>
            <a:rPr lang="en-US"/>
            <a:t>Why: Customers who survive first 2 months are 3x more likely to stay</a:t>
          </a:r>
          <a:endParaRPr lang="en-US" dirty="0"/>
        </a:p>
      </dgm:t>
    </dgm:pt>
    <dgm:pt modelId="{B3B2BC6E-375C-4201-AA58-05D8E6EF59E9}" type="parTrans" cxnId="{515C385E-1E7F-43CD-90C5-AFF83131C556}">
      <dgm:prSet/>
      <dgm:spPr/>
      <dgm:t>
        <a:bodyPr/>
        <a:lstStyle/>
        <a:p>
          <a:endParaRPr lang="en-US"/>
        </a:p>
      </dgm:t>
    </dgm:pt>
    <dgm:pt modelId="{3C84F9BF-C3D7-4ADB-BAF1-0452615816E6}" type="sibTrans" cxnId="{515C385E-1E7F-43CD-90C5-AFF83131C556}">
      <dgm:prSet/>
      <dgm:spPr/>
      <dgm:t>
        <a:bodyPr/>
        <a:lstStyle/>
        <a:p>
          <a:endParaRPr lang="en-US"/>
        </a:p>
      </dgm:t>
    </dgm:pt>
    <dgm:pt modelId="{DAF265F0-6D45-41AF-9922-645A002E425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Understand why customers leave</a:t>
          </a:r>
        </a:p>
      </dgm:t>
    </dgm:pt>
    <dgm:pt modelId="{6AFD899F-C19D-4019-A890-E7CB5691DBED}" type="parTrans" cxnId="{209A3EE8-7765-4532-B248-58735C2F24F1}">
      <dgm:prSet/>
      <dgm:spPr/>
      <dgm:t>
        <a:bodyPr/>
        <a:lstStyle/>
        <a:p>
          <a:endParaRPr lang="en-US"/>
        </a:p>
      </dgm:t>
    </dgm:pt>
    <dgm:pt modelId="{8BDA92BA-3C8F-42CC-9ECC-39517EED1237}" type="sibTrans" cxnId="{209A3EE8-7765-4532-B248-58735C2F24F1}">
      <dgm:prSet/>
      <dgm:spPr/>
      <dgm:t>
        <a:bodyPr/>
        <a:lstStyle/>
        <a:p>
          <a:endParaRPr lang="en-US"/>
        </a:p>
      </dgm:t>
    </dgm:pt>
    <dgm:pt modelId="{322BFB38-199B-4545-9325-5518AE143DB1}">
      <dgm:prSet/>
      <dgm:spPr/>
      <dgm:t>
        <a:bodyPr/>
        <a:lstStyle/>
        <a:p>
          <a:r>
            <a:rPr lang="en-US"/>
            <a:t>Identify product gaps or competitors</a:t>
          </a:r>
          <a:endParaRPr lang="en-US" dirty="0"/>
        </a:p>
      </dgm:t>
    </dgm:pt>
    <dgm:pt modelId="{FFB6408D-256F-4891-952A-48A7AF7958AD}" type="parTrans" cxnId="{A085D532-D973-4F70-8AA3-A50C19CF360C}">
      <dgm:prSet/>
      <dgm:spPr/>
      <dgm:t>
        <a:bodyPr/>
        <a:lstStyle/>
        <a:p>
          <a:endParaRPr lang="en-US"/>
        </a:p>
      </dgm:t>
    </dgm:pt>
    <dgm:pt modelId="{A4CD40C0-0376-4B9A-B9B7-A883EFDFD027}" type="sibTrans" cxnId="{A085D532-D973-4F70-8AA3-A50C19CF360C}">
      <dgm:prSet/>
      <dgm:spPr/>
      <dgm:t>
        <a:bodyPr/>
        <a:lstStyle/>
        <a:p>
          <a:endParaRPr lang="en-US"/>
        </a:p>
      </dgm:t>
    </dgm:pt>
    <dgm:pt modelId="{076FDBBA-CECE-47D1-BA0D-9C3D58A8ACFB}">
      <dgm:prSet/>
      <dgm:spPr/>
      <dgm:t>
        <a:bodyPr/>
        <a:lstStyle/>
        <a:p>
          <a:r>
            <a:rPr lang="en-US"/>
            <a:t>Why: Data shows WHAT is happening, surveys tell WHY</a:t>
          </a:r>
          <a:endParaRPr lang="en-US" dirty="0"/>
        </a:p>
      </dgm:t>
    </dgm:pt>
    <dgm:pt modelId="{C5DF8DA3-C4EE-4741-B36E-A1A0C76EC4A0}" type="parTrans" cxnId="{FEAF9D57-B6A4-418E-A2EA-11247B4944EC}">
      <dgm:prSet/>
      <dgm:spPr/>
      <dgm:t>
        <a:bodyPr/>
        <a:lstStyle/>
        <a:p>
          <a:endParaRPr lang="en-US"/>
        </a:p>
      </dgm:t>
    </dgm:pt>
    <dgm:pt modelId="{DC1AD29D-8F1F-4161-A77C-06AA8F038F80}" type="sibTrans" cxnId="{FEAF9D57-B6A4-418E-A2EA-11247B4944EC}">
      <dgm:prSet/>
      <dgm:spPr/>
      <dgm:t>
        <a:bodyPr/>
        <a:lstStyle/>
        <a:p>
          <a:endParaRPr lang="en-US"/>
        </a:p>
      </dgm:t>
    </dgm:pt>
    <dgm:pt modelId="{70E8AD04-36F2-4D34-B9A3-FA40DB9497C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Only 15.9% stay 5+ months</a:t>
          </a:r>
        </a:p>
      </dgm:t>
    </dgm:pt>
    <dgm:pt modelId="{A7E7AD34-E12A-48F5-9D18-C2601F65FA90}" type="parTrans" cxnId="{829BAACA-AC23-4203-8A84-988BE083140F}">
      <dgm:prSet/>
      <dgm:spPr/>
      <dgm:t>
        <a:bodyPr/>
        <a:lstStyle/>
        <a:p>
          <a:endParaRPr lang="en-US"/>
        </a:p>
      </dgm:t>
    </dgm:pt>
    <dgm:pt modelId="{1667617E-27CA-405C-A298-F142798D0CD0}" type="sibTrans" cxnId="{829BAACA-AC23-4203-8A84-988BE083140F}">
      <dgm:prSet/>
      <dgm:spPr/>
      <dgm:t>
        <a:bodyPr/>
        <a:lstStyle/>
        <a:p>
          <a:endParaRPr lang="en-US"/>
        </a:p>
      </dgm:t>
    </dgm:pt>
    <dgm:pt modelId="{FC4EE219-85E4-4513-BCDE-0EC3B783B8E3}">
      <dgm:prSet/>
      <dgm:spPr/>
      <dgm:t>
        <a:bodyPr/>
        <a:lstStyle/>
        <a:p>
          <a:r>
            <a:rPr lang="en-US"/>
            <a:t>Reward loyalty with exclusive content or discounts</a:t>
          </a:r>
          <a:endParaRPr lang="en-US" dirty="0"/>
        </a:p>
      </dgm:t>
    </dgm:pt>
    <dgm:pt modelId="{A5372890-0594-4C0F-9C07-FC71E65FDEC4}" type="parTrans" cxnId="{66F1A924-EEB0-42F9-868F-94F0BD9E6B41}">
      <dgm:prSet/>
      <dgm:spPr/>
      <dgm:t>
        <a:bodyPr/>
        <a:lstStyle/>
        <a:p>
          <a:endParaRPr lang="en-US"/>
        </a:p>
      </dgm:t>
    </dgm:pt>
    <dgm:pt modelId="{125EF5A8-D716-4D25-A183-A9DF4A0B6693}" type="sibTrans" cxnId="{66F1A924-EEB0-42F9-868F-94F0BD9E6B41}">
      <dgm:prSet/>
      <dgm:spPr/>
      <dgm:t>
        <a:bodyPr/>
        <a:lstStyle/>
        <a:p>
          <a:endParaRPr lang="en-US"/>
        </a:p>
      </dgm:t>
    </dgm:pt>
    <dgm:pt modelId="{46278331-77C6-48F4-918D-ADB1686A1042}">
      <dgm:prSet/>
      <dgm:spPr/>
      <dgm:t>
        <a:bodyPr/>
        <a:lstStyle/>
        <a:p>
          <a:r>
            <a:rPr lang="en-US"/>
            <a:t>Why: Retaining existing customers is cheaper than acquiring new ones</a:t>
          </a:r>
          <a:endParaRPr lang="en-US" dirty="0"/>
        </a:p>
      </dgm:t>
    </dgm:pt>
    <dgm:pt modelId="{8F4A9D5B-2497-4950-823B-99D426A07ED6}" type="parTrans" cxnId="{DA200065-EBE2-4D25-A80B-68228AB590DE}">
      <dgm:prSet/>
      <dgm:spPr/>
      <dgm:t>
        <a:bodyPr/>
        <a:lstStyle/>
        <a:p>
          <a:endParaRPr lang="en-US"/>
        </a:p>
      </dgm:t>
    </dgm:pt>
    <dgm:pt modelId="{59EAA135-968D-44D9-B9FF-F1A984E8C10C}" type="sibTrans" cxnId="{DA200065-EBE2-4D25-A80B-68228AB590DE}">
      <dgm:prSet/>
      <dgm:spPr/>
      <dgm:t>
        <a:bodyPr/>
        <a:lstStyle/>
        <a:p>
          <a:endParaRPr lang="en-US"/>
        </a:p>
      </dgm:t>
    </dgm:pt>
    <dgm:pt modelId="{6D80532A-AF8C-44E9-9A65-C60AE5D5E42D}" type="pres">
      <dgm:prSet presAssocID="{8033A578-40AC-4565-95B4-EB267243B8DC}" presName="linear" presStyleCnt="0">
        <dgm:presLayoutVars>
          <dgm:dir/>
          <dgm:animLvl val="lvl"/>
          <dgm:resizeHandles val="exact"/>
        </dgm:presLayoutVars>
      </dgm:prSet>
      <dgm:spPr/>
    </dgm:pt>
    <dgm:pt modelId="{7D1418B3-51A3-480E-8FAA-0574DA59E122}" type="pres">
      <dgm:prSet presAssocID="{964FAB8A-B9DD-4D52-8AE9-80C3A45F954F}" presName="parentLin" presStyleCnt="0"/>
      <dgm:spPr/>
    </dgm:pt>
    <dgm:pt modelId="{08D9D187-738B-4646-91E9-3981C291B180}" type="pres">
      <dgm:prSet presAssocID="{964FAB8A-B9DD-4D52-8AE9-80C3A45F954F}" presName="parentLeftMargin" presStyleLbl="node1" presStyleIdx="0" presStyleCnt="3"/>
      <dgm:spPr/>
    </dgm:pt>
    <dgm:pt modelId="{FDFF8A2C-21FE-4CFC-8CBD-67729B24BFD8}" type="pres">
      <dgm:prSet presAssocID="{964FAB8A-B9DD-4D52-8AE9-80C3A45F954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B14C98-E07A-443F-944C-18DE606D2C91}" type="pres">
      <dgm:prSet presAssocID="{964FAB8A-B9DD-4D52-8AE9-80C3A45F954F}" presName="negativeSpace" presStyleCnt="0"/>
      <dgm:spPr/>
    </dgm:pt>
    <dgm:pt modelId="{B2807852-8848-40E4-B709-483D797B05EC}" type="pres">
      <dgm:prSet presAssocID="{964FAB8A-B9DD-4D52-8AE9-80C3A45F954F}" presName="childText" presStyleLbl="conFgAcc1" presStyleIdx="0" presStyleCnt="3">
        <dgm:presLayoutVars>
          <dgm:bulletEnabled val="1"/>
        </dgm:presLayoutVars>
      </dgm:prSet>
      <dgm:spPr/>
    </dgm:pt>
    <dgm:pt modelId="{EC276782-4EFE-4025-9404-2CC9B506EE38}" type="pres">
      <dgm:prSet presAssocID="{F5E0BD3C-C94D-4619-80E3-B664E3AEBB77}" presName="spaceBetweenRectangles" presStyleCnt="0"/>
      <dgm:spPr/>
    </dgm:pt>
    <dgm:pt modelId="{E779025C-72A1-4E2F-972F-553CFBC215BB}" type="pres">
      <dgm:prSet presAssocID="{7F6D0544-D768-4669-8DA9-667AF48D0771}" presName="parentLin" presStyleCnt="0"/>
      <dgm:spPr/>
    </dgm:pt>
    <dgm:pt modelId="{67F48658-3A18-43B1-B32D-E4944BB6BE5B}" type="pres">
      <dgm:prSet presAssocID="{7F6D0544-D768-4669-8DA9-667AF48D0771}" presName="parentLeftMargin" presStyleLbl="node1" presStyleIdx="0" presStyleCnt="3"/>
      <dgm:spPr/>
    </dgm:pt>
    <dgm:pt modelId="{A873C2D7-AAC9-48D9-B3B0-F2629CAD7836}" type="pres">
      <dgm:prSet presAssocID="{7F6D0544-D768-4669-8DA9-667AF48D077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BC9EBEC-4583-4748-A7D6-25DB8CDDACF8}" type="pres">
      <dgm:prSet presAssocID="{7F6D0544-D768-4669-8DA9-667AF48D0771}" presName="negativeSpace" presStyleCnt="0"/>
      <dgm:spPr/>
    </dgm:pt>
    <dgm:pt modelId="{F86582F7-3768-4475-A974-3D6E37660078}" type="pres">
      <dgm:prSet presAssocID="{7F6D0544-D768-4669-8DA9-667AF48D0771}" presName="childText" presStyleLbl="conFgAcc1" presStyleIdx="1" presStyleCnt="3">
        <dgm:presLayoutVars>
          <dgm:bulletEnabled val="1"/>
        </dgm:presLayoutVars>
      </dgm:prSet>
      <dgm:spPr/>
    </dgm:pt>
    <dgm:pt modelId="{88C063DF-1F71-40BA-92D8-3F31B7F6A85D}" type="pres">
      <dgm:prSet presAssocID="{79FCF032-549A-43F3-9BDA-47B9E2A353E3}" presName="spaceBetweenRectangles" presStyleCnt="0"/>
      <dgm:spPr/>
    </dgm:pt>
    <dgm:pt modelId="{D64C833A-0263-481E-B207-9CE7B8F77D3B}" type="pres">
      <dgm:prSet presAssocID="{06E81417-D614-4D5E-A3CB-C1A10622855D}" presName="parentLin" presStyleCnt="0"/>
      <dgm:spPr/>
    </dgm:pt>
    <dgm:pt modelId="{41FE8F5D-10A8-44E6-90F8-69D78FF97009}" type="pres">
      <dgm:prSet presAssocID="{06E81417-D614-4D5E-A3CB-C1A10622855D}" presName="parentLeftMargin" presStyleLbl="node1" presStyleIdx="1" presStyleCnt="3"/>
      <dgm:spPr/>
    </dgm:pt>
    <dgm:pt modelId="{6AD4CDC9-8BF1-4140-8CD0-9362E5CD7638}" type="pres">
      <dgm:prSet presAssocID="{06E81417-D614-4D5E-A3CB-C1A10622855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577F765-9AC6-47A8-9282-2FBF4D924951}" type="pres">
      <dgm:prSet presAssocID="{06E81417-D614-4D5E-A3CB-C1A10622855D}" presName="negativeSpace" presStyleCnt="0"/>
      <dgm:spPr/>
    </dgm:pt>
    <dgm:pt modelId="{38DD3E34-E15F-4D2F-BF9C-5AF6AACDDB88}" type="pres">
      <dgm:prSet presAssocID="{06E81417-D614-4D5E-A3CB-C1A10622855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C272801-555D-4C64-8B58-6A571E3522C4}" srcId="{964FAB8A-B9DD-4D52-8AE9-80C3A45F954F}" destId="{93B26A15-6696-4ABE-A640-1C59649E5955}" srcOrd="1" destOrd="0" parTransId="{43E4C39B-F664-44E4-B2D0-497B68452027}" sibTransId="{EFD68565-4A69-45A3-B329-D09D63616BD9}"/>
    <dgm:cxn modelId="{07B6A605-6304-4AF3-8DF1-ABDB505FA0B8}" type="presOf" srcId="{964FAB8A-B9DD-4D52-8AE9-80C3A45F954F}" destId="{FDFF8A2C-21FE-4CFC-8CBD-67729B24BFD8}" srcOrd="1" destOrd="0" presId="urn:microsoft.com/office/officeart/2005/8/layout/list1"/>
    <dgm:cxn modelId="{3CBF940A-1FC6-4815-9CFE-25D4FF6D2226}" srcId="{8033A578-40AC-4565-95B4-EB267243B8DC}" destId="{06E81417-D614-4D5E-A3CB-C1A10622855D}" srcOrd="2" destOrd="0" parTransId="{F41E88B1-073B-4B15-A158-B83CC1DAC1E7}" sibTransId="{427B97AE-9B73-4D89-9601-0CCE8BB3AA8D}"/>
    <dgm:cxn modelId="{66F1A924-EEB0-42F9-868F-94F0BD9E6B41}" srcId="{06E81417-D614-4D5E-A3CB-C1A10622855D}" destId="{FC4EE219-85E4-4513-BCDE-0EC3B783B8E3}" srcOrd="1" destOrd="0" parTransId="{A5372890-0594-4C0F-9C07-FC71E65FDEC4}" sibTransId="{125EF5A8-D716-4D25-A183-A9DF4A0B6693}"/>
    <dgm:cxn modelId="{A085D532-D973-4F70-8AA3-A50C19CF360C}" srcId="{7F6D0544-D768-4669-8DA9-667AF48D0771}" destId="{322BFB38-199B-4545-9325-5518AE143DB1}" srcOrd="1" destOrd="0" parTransId="{FFB6408D-256F-4891-952A-48A7AF7958AD}" sibTransId="{A4CD40C0-0376-4B9A-B9B7-A883EFDFD027}"/>
    <dgm:cxn modelId="{5F57E33C-4784-4AA5-BAB4-B94734574A27}" type="presOf" srcId="{8033A578-40AC-4565-95B4-EB267243B8DC}" destId="{6D80532A-AF8C-44E9-9A65-C60AE5D5E42D}" srcOrd="0" destOrd="0" presId="urn:microsoft.com/office/officeart/2005/8/layout/list1"/>
    <dgm:cxn modelId="{B152475D-131D-4A1E-809E-0E847624446B}" type="presOf" srcId="{964FAB8A-B9DD-4D52-8AE9-80C3A45F954F}" destId="{08D9D187-738B-4646-91E9-3981C291B180}" srcOrd="0" destOrd="0" presId="urn:microsoft.com/office/officeart/2005/8/layout/list1"/>
    <dgm:cxn modelId="{515C385E-1E7F-43CD-90C5-AFF83131C556}" srcId="{964FAB8A-B9DD-4D52-8AE9-80C3A45F954F}" destId="{4C031F13-BD1B-4B60-B639-84C92C88E8DC}" srcOrd="2" destOrd="0" parTransId="{B3B2BC6E-375C-4201-AA58-05D8E6EF59E9}" sibTransId="{3C84F9BF-C3D7-4ADB-BAF1-0452615816E6}"/>
    <dgm:cxn modelId="{DA200065-EBE2-4D25-A80B-68228AB590DE}" srcId="{06E81417-D614-4D5E-A3CB-C1A10622855D}" destId="{46278331-77C6-48F4-918D-ADB1686A1042}" srcOrd="2" destOrd="0" parTransId="{8F4A9D5B-2497-4950-823B-99D426A07ED6}" sibTransId="{59EAA135-968D-44D9-B9FF-F1A984E8C10C}"/>
    <dgm:cxn modelId="{F2848B45-D9FB-456D-ADD1-B6EF9F7766C6}" type="presOf" srcId="{06E81417-D614-4D5E-A3CB-C1A10622855D}" destId="{6AD4CDC9-8BF1-4140-8CD0-9362E5CD7638}" srcOrd="1" destOrd="0" presId="urn:microsoft.com/office/officeart/2005/8/layout/list1"/>
    <dgm:cxn modelId="{3B780449-AC6B-44F3-B08B-0C0474220414}" type="presOf" srcId="{7F6D0544-D768-4669-8DA9-667AF48D0771}" destId="{A873C2D7-AAC9-48D9-B3B0-F2629CAD7836}" srcOrd="1" destOrd="0" presId="urn:microsoft.com/office/officeart/2005/8/layout/list1"/>
    <dgm:cxn modelId="{B695D46B-6755-4D8E-A58D-BEA3CAD6796F}" type="presOf" srcId="{DAF265F0-6D45-41AF-9922-645A002E425E}" destId="{F86582F7-3768-4475-A974-3D6E37660078}" srcOrd="0" destOrd="0" presId="urn:microsoft.com/office/officeart/2005/8/layout/list1"/>
    <dgm:cxn modelId="{8044F351-BBD3-4CFF-8F1C-B74BCEFFC5B7}" type="presOf" srcId="{4C031F13-BD1B-4B60-B639-84C92C88E8DC}" destId="{B2807852-8848-40E4-B709-483D797B05EC}" srcOrd="0" destOrd="2" presId="urn:microsoft.com/office/officeart/2005/8/layout/list1"/>
    <dgm:cxn modelId="{FEAF9D57-B6A4-418E-A2EA-11247B4944EC}" srcId="{7F6D0544-D768-4669-8DA9-667AF48D0771}" destId="{076FDBBA-CECE-47D1-BA0D-9C3D58A8ACFB}" srcOrd="2" destOrd="0" parTransId="{C5DF8DA3-C4EE-4741-B36E-A1A0C76EC4A0}" sibTransId="{DC1AD29D-8F1F-4161-A77C-06AA8F038F80}"/>
    <dgm:cxn modelId="{2F61C47D-94A6-41AC-B925-64B616984A6C}" srcId="{8033A578-40AC-4565-95B4-EB267243B8DC}" destId="{964FAB8A-B9DD-4D52-8AE9-80C3A45F954F}" srcOrd="0" destOrd="0" parTransId="{D097B9E5-37B6-4315-B70D-7BA1C930D01B}" sibTransId="{F5E0BD3C-C94D-4619-80E3-B664E3AEBB77}"/>
    <dgm:cxn modelId="{7287738E-C279-4D78-B66A-01E5E2B40D7F}" type="presOf" srcId="{076FDBBA-CECE-47D1-BA0D-9C3D58A8ACFB}" destId="{F86582F7-3768-4475-A974-3D6E37660078}" srcOrd="0" destOrd="2" presId="urn:microsoft.com/office/officeart/2005/8/layout/list1"/>
    <dgm:cxn modelId="{22550692-3A53-475E-909B-D8F0CF5A3EC4}" type="presOf" srcId="{46278331-77C6-48F4-918D-ADB1686A1042}" destId="{38DD3E34-E15F-4D2F-BF9C-5AF6AACDDB88}" srcOrd="0" destOrd="2" presId="urn:microsoft.com/office/officeart/2005/8/layout/list1"/>
    <dgm:cxn modelId="{4F3C3B9B-49C2-4178-B31F-E1051D6CF275}" type="presOf" srcId="{322BFB38-199B-4545-9325-5518AE143DB1}" destId="{F86582F7-3768-4475-A974-3D6E37660078}" srcOrd="0" destOrd="1" presId="urn:microsoft.com/office/officeart/2005/8/layout/list1"/>
    <dgm:cxn modelId="{8C8776AF-0DC2-4720-9E89-32107FE53AD9}" type="presOf" srcId="{06E81417-D614-4D5E-A3CB-C1A10622855D}" destId="{41FE8F5D-10A8-44E6-90F8-69D78FF97009}" srcOrd="0" destOrd="0" presId="urn:microsoft.com/office/officeart/2005/8/layout/list1"/>
    <dgm:cxn modelId="{840C13B0-F3C6-4355-BE15-64C8D185CFC0}" type="presOf" srcId="{FC4EE219-85E4-4513-BCDE-0EC3B783B8E3}" destId="{38DD3E34-E15F-4D2F-BF9C-5AF6AACDDB88}" srcOrd="0" destOrd="1" presId="urn:microsoft.com/office/officeart/2005/8/layout/list1"/>
    <dgm:cxn modelId="{6961DFB4-23CB-453C-AD32-2EA6711BBBC7}" type="presOf" srcId="{7F6D0544-D768-4669-8DA9-667AF48D0771}" destId="{67F48658-3A18-43B1-B32D-E4944BB6BE5B}" srcOrd="0" destOrd="0" presId="urn:microsoft.com/office/officeart/2005/8/layout/list1"/>
    <dgm:cxn modelId="{CEBD96B7-D80F-4698-A095-BC451BEFF30C}" srcId="{964FAB8A-B9DD-4D52-8AE9-80C3A45F954F}" destId="{5265CA1E-2721-4F51-BE0E-01EE9B2C4A7E}" srcOrd="0" destOrd="0" parTransId="{71F84604-7954-412F-BFE2-AC490D7B4F7B}" sibTransId="{3B4A83BB-B3E1-4EBB-A8A8-25B50E008ECA}"/>
    <dgm:cxn modelId="{252660C5-5518-4B51-8195-598C7C6317EF}" type="presOf" srcId="{93B26A15-6696-4ABE-A640-1C59649E5955}" destId="{B2807852-8848-40E4-B709-483D797B05EC}" srcOrd="0" destOrd="1" presId="urn:microsoft.com/office/officeart/2005/8/layout/list1"/>
    <dgm:cxn modelId="{829BAACA-AC23-4203-8A84-988BE083140F}" srcId="{06E81417-D614-4D5E-A3CB-C1A10622855D}" destId="{70E8AD04-36F2-4D34-B9A3-FA40DB9497CB}" srcOrd="0" destOrd="0" parTransId="{A7E7AD34-E12A-48F5-9D18-C2601F65FA90}" sibTransId="{1667617E-27CA-405C-A298-F142798D0CD0}"/>
    <dgm:cxn modelId="{113F18D2-8203-4654-80F9-2C71ED329E5A}" type="presOf" srcId="{5265CA1E-2721-4F51-BE0E-01EE9B2C4A7E}" destId="{B2807852-8848-40E4-B709-483D797B05EC}" srcOrd="0" destOrd="0" presId="urn:microsoft.com/office/officeart/2005/8/layout/list1"/>
    <dgm:cxn modelId="{FC5842D2-B16C-43CB-AADF-7F02BDD9E57F}" srcId="{8033A578-40AC-4565-95B4-EB267243B8DC}" destId="{7F6D0544-D768-4669-8DA9-667AF48D0771}" srcOrd="1" destOrd="0" parTransId="{252B6318-5756-43CF-9513-3D5A585B63EE}" sibTransId="{79FCF032-549A-43F3-9BDA-47B9E2A353E3}"/>
    <dgm:cxn modelId="{CE2A89DD-665B-4DFB-8125-39592400FDC6}" type="presOf" srcId="{70E8AD04-36F2-4D34-B9A3-FA40DB9497CB}" destId="{38DD3E34-E15F-4D2F-BF9C-5AF6AACDDB88}" srcOrd="0" destOrd="0" presId="urn:microsoft.com/office/officeart/2005/8/layout/list1"/>
    <dgm:cxn modelId="{209A3EE8-7765-4532-B248-58735C2F24F1}" srcId="{7F6D0544-D768-4669-8DA9-667AF48D0771}" destId="{DAF265F0-6D45-41AF-9922-645A002E425E}" srcOrd="0" destOrd="0" parTransId="{6AFD899F-C19D-4019-A890-E7CB5691DBED}" sibTransId="{8BDA92BA-3C8F-42CC-9ECC-39517EED1237}"/>
    <dgm:cxn modelId="{6141117B-C28D-4317-BC5A-2EF7FE5F8ACE}" type="presParOf" srcId="{6D80532A-AF8C-44E9-9A65-C60AE5D5E42D}" destId="{7D1418B3-51A3-480E-8FAA-0574DA59E122}" srcOrd="0" destOrd="0" presId="urn:microsoft.com/office/officeart/2005/8/layout/list1"/>
    <dgm:cxn modelId="{1549027B-60AC-4874-BD80-AB18BD239304}" type="presParOf" srcId="{7D1418B3-51A3-480E-8FAA-0574DA59E122}" destId="{08D9D187-738B-4646-91E9-3981C291B180}" srcOrd="0" destOrd="0" presId="urn:microsoft.com/office/officeart/2005/8/layout/list1"/>
    <dgm:cxn modelId="{ED1042F6-BEFA-4E0A-8AF9-A4BC588AFB8F}" type="presParOf" srcId="{7D1418B3-51A3-480E-8FAA-0574DA59E122}" destId="{FDFF8A2C-21FE-4CFC-8CBD-67729B24BFD8}" srcOrd="1" destOrd="0" presId="urn:microsoft.com/office/officeart/2005/8/layout/list1"/>
    <dgm:cxn modelId="{E7276D34-1D50-41B3-9061-4AB22DBCFBCF}" type="presParOf" srcId="{6D80532A-AF8C-44E9-9A65-C60AE5D5E42D}" destId="{89B14C98-E07A-443F-944C-18DE606D2C91}" srcOrd="1" destOrd="0" presId="urn:microsoft.com/office/officeart/2005/8/layout/list1"/>
    <dgm:cxn modelId="{A6C3EDC4-EFF2-4C0F-98B3-F589A5351BBE}" type="presParOf" srcId="{6D80532A-AF8C-44E9-9A65-C60AE5D5E42D}" destId="{B2807852-8848-40E4-B709-483D797B05EC}" srcOrd="2" destOrd="0" presId="urn:microsoft.com/office/officeart/2005/8/layout/list1"/>
    <dgm:cxn modelId="{2147DF75-60A0-4797-958E-22EDF3EA5206}" type="presParOf" srcId="{6D80532A-AF8C-44E9-9A65-C60AE5D5E42D}" destId="{EC276782-4EFE-4025-9404-2CC9B506EE38}" srcOrd="3" destOrd="0" presId="urn:microsoft.com/office/officeart/2005/8/layout/list1"/>
    <dgm:cxn modelId="{F353B634-F81D-482F-BEB1-448BBAF1A42D}" type="presParOf" srcId="{6D80532A-AF8C-44E9-9A65-C60AE5D5E42D}" destId="{E779025C-72A1-4E2F-972F-553CFBC215BB}" srcOrd="4" destOrd="0" presId="urn:microsoft.com/office/officeart/2005/8/layout/list1"/>
    <dgm:cxn modelId="{32E8C1EE-5E51-413C-86BA-D00FA76AA7C6}" type="presParOf" srcId="{E779025C-72A1-4E2F-972F-553CFBC215BB}" destId="{67F48658-3A18-43B1-B32D-E4944BB6BE5B}" srcOrd="0" destOrd="0" presId="urn:microsoft.com/office/officeart/2005/8/layout/list1"/>
    <dgm:cxn modelId="{FE36C1A1-6EDC-4069-A9E2-0142E6287453}" type="presParOf" srcId="{E779025C-72A1-4E2F-972F-553CFBC215BB}" destId="{A873C2D7-AAC9-48D9-B3B0-F2629CAD7836}" srcOrd="1" destOrd="0" presId="urn:microsoft.com/office/officeart/2005/8/layout/list1"/>
    <dgm:cxn modelId="{577AABDA-A774-4688-BF3E-B3476F56E6DB}" type="presParOf" srcId="{6D80532A-AF8C-44E9-9A65-C60AE5D5E42D}" destId="{9BC9EBEC-4583-4748-A7D6-25DB8CDDACF8}" srcOrd="5" destOrd="0" presId="urn:microsoft.com/office/officeart/2005/8/layout/list1"/>
    <dgm:cxn modelId="{F4747D63-531D-42E2-B2AB-5CC8B126BFC4}" type="presParOf" srcId="{6D80532A-AF8C-44E9-9A65-C60AE5D5E42D}" destId="{F86582F7-3768-4475-A974-3D6E37660078}" srcOrd="6" destOrd="0" presId="urn:microsoft.com/office/officeart/2005/8/layout/list1"/>
    <dgm:cxn modelId="{74FC6A3F-8C33-412E-AF8C-7A5CA25E8AB7}" type="presParOf" srcId="{6D80532A-AF8C-44E9-9A65-C60AE5D5E42D}" destId="{88C063DF-1F71-40BA-92D8-3F31B7F6A85D}" srcOrd="7" destOrd="0" presId="urn:microsoft.com/office/officeart/2005/8/layout/list1"/>
    <dgm:cxn modelId="{74054728-C70C-4695-87CD-F74D658E2F18}" type="presParOf" srcId="{6D80532A-AF8C-44E9-9A65-C60AE5D5E42D}" destId="{D64C833A-0263-481E-B207-9CE7B8F77D3B}" srcOrd="8" destOrd="0" presId="urn:microsoft.com/office/officeart/2005/8/layout/list1"/>
    <dgm:cxn modelId="{C69F2EB6-5E06-4EDA-AFFE-DC2B4C23815B}" type="presParOf" srcId="{D64C833A-0263-481E-B207-9CE7B8F77D3B}" destId="{41FE8F5D-10A8-44E6-90F8-69D78FF97009}" srcOrd="0" destOrd="0" presId="urn:microsoft.com/office/officeart/2005/8/layout/list1"/>
    <dgm:cxn modelId="{E81E867E-1C1A-4A8C-B037-3E329F088AD8}" type="presParOf" srcId="{D64C833A-0263-481E-B207-9CE7B8F77D3B}" destId="{6AD4CDC9-8BF1-4140-8CD0-9362E5CD7638}" srcOrd="1" destOrd="0" presId="urn:microsoft.com/office/officeart/2005/8/layout/list1"/>
    <dgm:cxn modelId="{679E9209-D7B7-4099-B5C0-F793959BFCAB}" type="presParOf" srcId="{6D80532A-AF8C-44E9-9A65-C60AE5D5E42D}" destId="{F577F765-9AC6-47A8-9282-2FBF4D924951}" srcOrd="9" destOrd="0" presId="urn:microsoft.com/office/officeart/2005/8/layout/list1"/>
    <dgm:cxn modelId="{3C6CABCF-AAA4-4288-8597-64D50B6175D2}" type="presParOf" srcId="{6D80532A-AF8C-44E9-9A65-C60AE5D5E42D}" destId="{38DD3E34-E15F-4D2F-BF9C-5AF6AACDDB8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C43BA-6E0E-42C7-ACB3-5B5CDED9615F}">
      <dsp:nvSpPr>
        <dsp:cNvPr id="0" name=""/>
        <dsp:cNvSpPr/>
      </dsp:nvSpPr>
      <dsp:spPr>
        <a:xfrm>
          <a:off x="6245" y="857847"/>
          <a:ext cx="1006432" cy="5032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3069</a:t>
          </a:r>
        </a:p>
      </dsp:txBody>
      <dsp:txXfrm>
        <a:off x="20984" y="872586"/>
        <a:ext cx="976954" cy="473738"/>
      </dsp:txXfrm>
    </dsp:sp>
    <dsp:sp modelId="{7C2616C0-61C6-464F-874E-04ECD397148B}">
      <dsp:nvSpPr>
        <dsp:cNvPr id="0" name=""/>
        <dsp:cNvSpPr/>
      </dsp:nvSpPr>
      <dsp:spPr>
        <a:xfrm>
          <a:off x="106888" y="1361064"/>
          <a:ext cx="100643" cy="377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412"/>
              </a:lnTo>
              <a:lnTo>
                <a:pt x="100643" y="377412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8D9560-F203-4A4F-B9E9-7DBEC42D1E78}">
      <dsp:nvSpPr>
        <dsp:cNvPr id="0" name=""/>
        <dsp:cNvSpPr/>
      </dsp:nvSpPr>
      <dsp:spPr>
        <a:xfrm>
          <a:off x="207532" y="1486868"/>
          <a:ext cx="805146" cy="503216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Total Subscriptions</a:t>
          </a:r>
        </a:p>
      </dsp:txBody>
      <dsp:txXfrm>
        <a:off x="222271" y="1501607"/>
        <a:ext cx="775668" cy="473738"/>
      </dsp:txXfrm>
    </dsp:sp>
    <dsp:sp modelId="{CC818420-CC27-404A-84A4-B8D40314059B}">
      <dsp:nvSpPr>
        <dsp:cNvPr id="0" name=""/>
        <dsp:cNvSpPr/>
      </dsp:nvSpPr>
      <dsp:spPr>
        <a:xfrm>
          <a:off x="1264286" y="857847"/>
          <a:ext cx="1006432" cy="5032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1065</a:t>
          </a:r>
        </a:p>
      </dsp:txBody>
      <dsp:txXfrm>
        <a:off x="1279025" y="872586"/>
        <a:ext cx="976954" cy="473738"/>
      </dsp:txXfrm>
    </dsp:sp>
    <dsp:sp modelId="{7B27C3BE-F5B7-4912-9977-14BC4FA4D7B6}">
      <dsp:nvSpPr>
        <dsp:cNvPr id="0" name=""/>
        <dsp:cNvSpPr/>
      </dsp:nvSpPr>
      <dsp:spPr>
        <a:xfrm>
          <a:off x="1364930" y="1361064"/>
          <a:ext cx="100643" cy="377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412"/>
              </a:lnTo>
              <a:lnTo>
                <a:pt x="100643" y="377412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6B5F68-7994-4C2E-A340-E83D085ECAB7}">
      <dsp:nvSpPr>
        <dsp:cNvPr id="0" name=""/>
        <dsp:cNvSpPr/>
      </dsp:nvSpPr>
      <dsp:spPr>
        <a:xfrm>
          <a:off x="1465573" y="1486868"/>
          <a:ext cx="805146" cy="503216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Active Customers</a:t>
          </a:r>
        </a:p>
      </dsp:txBody>
      <dsp:txXfrm>
        <a:off x="1480312" y="1501607"/>
        <a:ext cx="775668" cy="473738"/>
      </dsp:txXfrm>
    </dsp:sp>
    <dsp:sp modelId="{76531D76-9FCA-42C4-9978-8466CAA9C826}">
      <dsp:nvSpPr>
        <dsp:cNvPr id="0" name=""/>
        <dsp:cNvSpPr/>
      </dsp:nvSpPr>
      <dsp:spPr>
        <a:xfrm>
          <a:off x="2522327" y="857847"/>
          <a:ext cx="1006432" cy="5032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2004</a:t>
          </a:r>
        </a:p>
      </dsp:txBody>
      <dsp:txXfrm>
        <a:off x="2537066" y="872586"/>
        <a:ext cx="976954" cy="473738"/>
      </dsp:txXfrm>
    </dsp:sp>
    <dsp:sp modelId="{71D2DA08-CDAA-4A5A-9BBE-F82F794E93B7}">
      <dsp:nvSpPr>
        <dsp:cNvPr id="0" name=""/>
        <dsp:cNvSpPr/>
      </dsp:nvSpPr>
      <dsp:spPr>
        <a:xfrm>
          <a:off x="2622971" y="1361064"/>
          <a:ext cx="100643" cy="377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412"/>
              </a:lnTo>
              <a:lnTo>
                <a:pt x="100643" y="377412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97233E-2B65-48E6-AF21-6095C87F15FC}">
      <dsp:nvSpPr>
        <dsp:cNvPr id="0" name=""/>
        <dsp:cNvSpPr/>
      </dsp:nvSpPr>
      <dsp:spPr>
        <a:xfrm>
          <a:off x="2723614" y="1486868"/>
          <a:ext cx="805146" cy="503216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Churned Customers</a:t>
          </a:r>
        </a:p>
      </dsp:txBody>
      <dsp:txXfrm>
        <a:off x="2738353" y="1501607"/>
        <a:ext cx="775668" cy="473738"/>
      </dsp:txXfrm>
    </dsp:sp>
    <dsp:sp modelId="{FB8D3032-5223-418D-9BF7-22E2D976E3BE}">
      <dsp:nvSpPr>
        <dsp:cNvPr id="0" name=""/>
        <dsp:cNvSpPr/>
      </dsp:nvSpPr>
      <dsp:spPr>
        <a:xfrm>
          <a:off x="3780369" y="857847"/>
          <a:ext cx="1006432" cy="5032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77 days</a:t>
          </a:r>
        </a:p>
      </dsp:txBody>
      <dsp:txXfrm>
        <a:off x="3795108" y="872586"/>
        <a:ext cx="976954" cy="473738"/>
      </dsp:txXfrm>
    </dsp:sp>
    <dsp:sp modelId="{AD5655D4-6DA7-4640-9E41-59F3F3DDDDF4}">
      <dsp:nvSpPr>
        <dsp:cNvPr id="0" name=""/>
        <dsp:cNvSpPr/>
      </dsp:nvSpPr>
      <dsp:spPr>
        <a:xfrm>
          <a:off x="3881012" y="1361064"/>
          <a:ext cx="100643" cy="377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412"/>
              </a:lnTo>
              <a:lnTo>
                <a:pt x="100643" y="377412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725781-64BD-4BB1-9421-1092B576C3F2}">
      <dsp:nvSpPr>
        <dsp:cNvPr id="0" name=""/>
        <dsp:cNvSpPr/>
      </dsp:nvSpPr>
      <dsp:spPr>
        <a:xfrm>
          <a:off x="3981655" y="1486868"/>
          <a:ext cx="805146" cy="503216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Avg Duration</a:t>
          </a:r>
        </a:p>
      </dsp:txBody>
      <dsp:txXfrm>
        <a:off x="3996394" y="1501607"/>
        <a:ext cx="775668" cy="473738"/>
      </dsp:txXfrm>
    </dsp:sp>
    <dsp:sp modelId="{2A5DCFC6-08F0-4418-86E5-50C53BD2C68D}">
      <dsp:nvSpPr>
        <dsp:cNvPr id="0" name=""/>
        <dsp:cNvSpPr/>
      </dsp:nvSpPr>
      <dsp:spPr>
        <a:xfrm>
          <a:off x="5038410" y="857847"/>
          <a:ext cx="1006432" cy="5032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78.6%</a:t>
          </a:r>
        </a:p>
      </dsp:txBody>
      <dsp:txXfrm>
        <a:off x="5053149" y="872586"/>
        <a:ext cx="976954" cy="473738"/>
      </dsp:txXfrm>
    </dsp:sp>
    <dsp:sp modelId="{9A06284B-7135-4031-8AEF-224F6F55BE07}">
      <dsp:nvSpPr>
        <dsp:cNvPr id="0" name=""/>
        <dsp:cNvSpPr/>
      </dsp:nvSpPr>
      <dsp:spPr>
        <a:xfrm>
          <a:off x="5139053" y="1361064"/>
          <a:ext cx="100643" cy="377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412"/>
              </a:lnTo>
              <a:lnTo>
                <a:pt x="100643" y="377412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E4ACBB-E9D6-413B-A316-89777DB51844}">
      <dsp:nvSpPr>
        <dsp:cNvPr id="0" name=""/>
        <dsp:cNvSpPr/>
      </dsp:nvSpPr>
      <dsp:spPr>
        <a:xfrm>
          <a:off x="5239696" y="1486868"/>
          <a:ext cx="805146" cy="503216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Month-Over-Month Retention</a:t>
          </a:r>
        </a:p>
      </dsp:txBody>
      <dsp:txXfrm>
        <a:off x="5254435" y="1501607"/>
        <a:ext cx="775668" cy="473738"/>
      </dsp:txXfrm>
    </dsp:sp>
    <dsp:sp modelId="{80193E4B-86B3-4FB7-8768-680844C4926A}">
      <dsp:nvSpPr>
        <dsp:cNvPr id="0" name=""/>
        <dsp:cNvSpPr/>
      </dsp:nvSpPr>
      <dsp:spPr>
        <a:xfrm>
          <a:off x="6296451" y="857847"/>
          <a:ext cx="1006432" cy="5032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15.9%</a:t>
          </a:r>
        </a:p>
      </dsp:txBody>
      <dsp:txXfrm>
        <a:off x="6311190" y="872586"/>
        <a:ext cx="976954" cy="473738"/>
      </dsp:txXfrm>
    </dsp:sp>
    <dsp:sp modelId="{0BE02AF4-666C-44C4-A774-4EDD68ED430A}">
      <dsp:nvSpPr>
        <dsp:cNvPr id="0" name=""/>
        <dsp:cNvSpPr/>
      </dsp:nvSpPr>
      <dsp:spPr>
        <a:xfrm>
          <a:off x="6397094" y="1361064"/>
          <a:ext cx="100643" cy="377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412"/>
              </a:lnTo>
              <a:lnTo>
                <a:pt x="100643" y="377412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2DF77F-A359-4316-A084-123693038325}">
      <dsp:nvSpPr>
        <dsp:cNvPr id="0" name=""/>
        <dsp:cNvSpPr/>
      </dsp:nvSpPr>
      <dsp:spPr>
        <a:xfrm>
          <a:off x="6497738" y="1486868"/>
          <a:ext cx="805146" cy="503216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5+ Months</a:t>
          </a:r>
        </a:p>
      </dsp:txBody>
      <dsp:txXfrm>
        <a:off x="6512477" y="1501607"/>
        <a:ext cx="775668" cy="4737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BB2D3B-3DDF-4FBF-B790-A92013CF7606}">
      <dsp:nvSpPr>
        <dsp:cNvPr id="0" name=""/>
        <dsp:cNvSpPr/>
      </dsp:nvSpPr>
      <dsp:spPr>
        <a:xfrm rot="5400000">
          <a:off x="1100206" y="625736"/>
          <a:ext cx="722583" cy="62864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2877</a:t>
          </a:r>
        </a:p>
      </dsp:txBody>
      <dsp:txXfrm rot="-5400000">
        <a:off x="1245138" y="691372"/>
        <a:ext cx="432719" cy="497378"/>
      </dsp:txXfrm>
    </dsp:sp>
    <dsp:sp modelId="{E9AE16EF-1976-4B5E-A00A-2D4A02C976B8}">
      <dsp:nvSpPr>
        <dsp:cNvPr id="0" name=""/>
        <dsp:cNvSpPr/>
      </dsp:nvSpPr>
      <dsp:spPr>
        <a:xfrm>
          <a:off x="1794898" y="723285"/>
          <a:ext cx="806403" cy="433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Unique customers</a:t>
          </a:r>
        </a:p>
      </dsp:txBody>
      <dsp:txXfrm>
        <a:off x="1794898" y="723285"/>
        <a:ext cx="806403" cy="433550"/>
      </dsp:txXfrm>
    </dsp:sp>
    <dsp:sp modelId="{CA0D8349-E991-4848-8D5E-F5E51B764EF1}">
      <dsp:nvSpPr>
        <dsp:cNvPr id="0" name=""/>
        <dsp:cNvSpPr/>
      </dsp:nvSpPr>
      <dsp:spPr>
        <a:xfrm rot="5400000">
          <a:off x="421266" y="625736"/>
          <a:ext cx="722583" cy="62864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 rot="-5400000">
        <a:off x="566198" y="691372"/>
        <a:ext cx="432719" cy="497378"/>
      </dsp:txXfrm>
    </dsp:sp>
    <dsp:sp modelId="{D7A805B9-E164-44EF-9EB8-64E8B7C53B50}">
      <dsp:nvSpPr>
        <dsp:cNvPr id="0" name=""/>
        <dsp:cNvSpPr/>
      </dsp:nvSpPr>
      <dsp:spPr>
        <a:xfrm rot="5400000">
          <a:off x="759435" y="1239066"/>
          <a:ext cx="722583" cy="62864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192</a:t>
          </a:r>
        </a:p>
      </dsp:txBody>
      <dsp:txXfrm rot="-5400000">
        <a:off x="904367" y="1304702"/>
        <a:ext cx="432719" cy="497378"/>
      </dsp:txXfrm>
    </dsp:sp>
    <dsp:sp modelId="{4710AA63-C5AC-4C52-AC2A-F9323EF01161}">
      <dsp:nvSpPr>
        <dsp:cNvPr id="0" name=""/>
        <dsp:cNvSpPr/>
      </dsp:nvSpPr>
      <dsp:spPr>
        <a:xfrm>
          <a:off x="0" y="1336614"/>
          <a:ext cx="780390" cy="433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Repeat subscriptions((6’26%)</a:t>
          </a:r>
        </a:p>
      </dsp:txBody>
      <dsp:txXfrm>
        <a:off x="0" y="1336614"/>
        <a:ext cx="780390" cy="433550"/>
      </dsp:txXfrm>
    </dsp:sp>
    <dsp:sp modelId="{FD043048-A9F0-4047-ABB0-463D9116CE05}">
      <dsp:nvSpPr>
        <dsp:cNvPr id="0" name=""/>
        <dsp:cNvSpPr/>
      </dsp:nvSpPr>
      <dsp:spPr>
        <a:xfrm rot="5400000">
          <a:off x="1438375" y="1239066"/>
          <a:ext cx="722583" cy="62864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 rot="-5400000">
        <a:off x="1583307" y="1304702"/>
        <a:ext cx="432719" cy="4973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DACC8-DA70-4437-BAB9-1228C8D111ED}">
      <dsp:nvSpPr>
        <dsp:cNvPr id="0" name=""/>
        <dsp:cNvSpPr/>
      </dsp:nvSpPr>
      <dsp:spPr>
        <a:xfrm>
          <a:off x="1135205" y="0"/>
          <a:ext cx="1702807" cy="1051916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100" kern="1200" dirty="0"/>
            <a:t>Churned within first month – the largest segment</a:t>
          </a:r>
        </a:p>
      </dsp:txBody>
      <dsp:txXfrm>
        <a:off x="1135205" y="131490"/>
        <a:ext cx="1308339" cy="788937"/>
      </dsp:txXfrm>
    </dsp:sp>
    <dsp:sp modelId="{7AFBFD58-BE7D-4BBE-B9CC-FDBC64687B7E}">
      <dsp:nvSpPr>
        <dsp:cNvPr id="0" name=""/>
        <dsp:cNvSpPr/>
      </dsp:nvSpPr>
      <dsp:spPr>
        <a:xfrm>
          <a:off x="0" y="0"/>
          <a:ext cx="1135205" cy="10519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854 Customers</a:t>
          </a:r>
        </a:p>
      </dsp:txBody>
      <dsp:txXfrm>
        <a:off x="51350" y="51350"/>
        <a:ext cx="1032505" cy="949216"/>
      </dsp:txXfrm>
    </dsp:sp>
    <dsp:sp modelId="{1060053B-4DC1-46D9-8D87-9CF8BBEDBFAC}">
      <dsp:nvSpPr>
        <dsp:cNvPr id="0" name=""/>
        <dsp:cNvSpPr/>
      </dsp:nvSpPr>
      <dsp:spPr>
        <a:xfrm>
          <a:off x="1135205" y="1157108"/>
          <a:ext cx="1702807" cy="1051916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100" kern="1200" dirty="0"/>
            <a:t>Average subscription duration (median: 52 days)</a:t>
          </a:r>
        </a:p>
      </dsp:txBody>
      <dsp:txXfrm>
        <a:off x="1135205" y="1288598"/>
        <a:ext cx="1308339" cy="788937"/>
      </dsp:txXfrm>
    </dsp:sp>
    <dsp:sp modelId="{83AE25C2-4A26-405A-90F7-276945A2BA45}">
      <dsp:nvSpPr>
        <dsp:cNvPr id="0" name=""/>
        <dsp:cNvSpPr/>
      </dsp:nvSpPr>
      <dsp:spPr>
        <a:xfrm>
          <a:off x="0" y="1157108"/>
          <a:ext cx="1135205" cy="10519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77.2 Days</a:t>
          </a:r>
        </a:p>
      </dsp:txBody>
      <dsp:txXfrm>
        <a:off x="51350" y="1208458"/>
        <a:ext cx="1032505" cy="949216"/>
      </dsp:txXfrm>
    </dsp:sp>
    <dsp:sp modelId="{9C553241-8694-497D-8CA2-8A16B9A40702}">
      <dsp:nvSpPr>
        <dsp:cNvPr id="0" name=""/>
        <dsp:cNvSpPr/>
      </dsp:nvSpPr>
      <dsp:spPr>
        <a:xfrm>
          <a:off x="1135205" y="2314216"/>
          <a:ext cx="1702807" cy="1051916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 Only 496 customers maintain subscriptions for 5+ months</a:t>
          </a:r>
        </a:p>
      </dsp:txBody>
      <dsp:txXfrm>
        <a:off x="1135205" y="2445706"/>
        <a:ext cx="1308339" cy="788937"/>
      </dsp:txXfrm>
    </dsp:sp>
    <dsp:sp modelId="{88C9C969-AC93-4159-B503-6C403D3B0D7E}">
      <dsp:nvSpPr>
        <dsp:cNvPr id="0" name=""/>
        <dsp:cNvSpPr/>
      </dsp:nvSpPr>
      <dsp:spPr>
        <a:xfrm>
          <a:off x="0" y="2314216"/>
          <a:ext cx="1135205" cy="10519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16.16%</a:t>
          </a:r>
          <a:endParaRPr lang="en-US" sz="1500" b="1" kern="1200" dirty="0"/>
        </a:p>
      </dsp:txBody>
      <dsp:txXfrm>
        <a:off x="51350" y="2365566"/>
        <a:ext cx="1032505" cy="9492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3502E-F033-4B06-A551-4C55E6CCD99F}">
      <dsp:nvSpPr>
        <dsp:cNvPr id="0" name=""/>
        <dsp:cNvSpPr/>
      </dsp:nvSpPr>
      <dsp:spPr>
        <a:xfrm>
          <a:off x="804" y="0"/>
          <a:ext cx="2092469" cy="44799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Focus on First 60 Days</a:t>
          </a:r>
        </a:p>
      </dsp:txBody>
      <dsp:txXfrm>
        <a:off x="804" y="0"/>
        <a:ext cx="2092469" cy="1343977"/>
      </dsp:txXfrm>
    </dsp:sp>
    <dsp:sp modelId="{AAA6B1F5-7F22-4AF6-B53F-E3EE6D4D0C3C}">
      <dsp:nvSpPr>
        <dsp:cNvPr id="0" name=""/>
        <dsp:cNvSpPr/>
      </dsp:nvSpPr>
      <dsp:spPr>
        <a:xfrm>
          <a:off x="210051" y="1344360"/>
          <a:ext cx="1673975" cy="880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Problems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54% churn within 2 months</a:t>
          </a:r>
          <a:endParaRPr lang="en-US" sz="1000" kern="1200" dirty="0"/>
        </a:p>
      </dsp:txBody>
      <dsp:txXfrm>
        <a:off x="235829" y="1370138"/>
        <a:ext cx="1622419" cy="828569"/>
      </dsp:txXfrm>
    </dsp:sp>
    <dsp:sp modelId="{EB2AB15E-037B-4BDD-976D-0074F2754D51}">
      <dsp:nvSpPr>
        <dsp:cNvPr id="0" name=""/>
        <dsp:cNvSpPr/>
      </dsp:nvSpPr>
      <dsp:spPr>
        <a:xfrm>
          <a:off x="210051" y="2359890"/>
          <a:ext cx="1673975" cy="880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300" kern="1200" dirty="0"/>
            <a:t>Action: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Improve Onboarding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Engagement emails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Personalized content</a:t>
          </a:r>
          <a:endParaRPr lang="en-US" sz="1000" kern="1200" dirty="0"/>
        </a:p>
      </dsp:txBody>
      <dsp:txXfrm>
        <a:off x="235829" y="2385668"/>
        <a:ext cx="1622419" cy="828569"/>
      </dsp:txXfrm>
    </dsp:sp>
    <dsp:sp modelId="{1D81252B-48E0-48FF-AF5C-52618A4A40F5}">
      <dsp:nvSpPr>
        <dsp:cNvPr id="0" name=""/>
        <dsp:cNvSpPr/>
      </dsp:nvSpPr>
      <dsp:spPr>
        <a:xfrm>
          <a:off x="210051" y="3375420"/>
          <a:ext cx="1673975" cy="880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300" kern="1200" dirty="0"/>
            <a:t>Why ?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Early churn is the biggest leak in the funnel</a:t>
          </a:r>
          <a:endParaRPr lang="en-US" sz="1000" kern="1200" dirty="0"/>
        </a:p>
      </dsp:txBody>
      <dsp:txXfrm>
        <a:off x="235829" y="3401198"/>
        <a:ext cx="1622419" cy="828569"/>
      </dsp:txXfrm>
    </dsp:sp>
    <dsp:sp modelId="{34476E25-171B-4B50-A641-46D8D995D605}">
      <dsp:nvSpPr>
        <dsp:cNvPr id="0" name=""/>
        <dsp:cNvSpPr/>
      </dsp:nvSpPr>
      <dsp:spPr>
        <a:xfrm>
          <a:off x="2250209" y="0"/>
          <a:ext cx="2092469" cy="44799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2700" kern="1200" dirty="0"/>
            <a:t>Payment Recovery</a:t>
          </a:r>
          <a:endParaRPr lang="en-US" sz="2700" kern="1200" dirty="0"/>
        </a:p>
      </dsp:txBody>
      <dsp:txXfrm>
        <a:off x="2250209" y="0"/>
        <a:ext cx="2092469" cy="1343977"/>
      </dsp:txXfrm>
    </dsp:sp>
    <dsp:sp modelId="{E1402222-7B18-47CD-BC35-6BE1F7ADB064}">
      <dsp:nvSpPr>
        <dsp:cNvPr id="0" name=""/>
        <dsp:cNvSpPr/>
      </dsp:nvSpPr>
      <dsp:spPr>
        <a:xfrm>
          <a:off x="2459456" y="1344360"/>
          <a:ext cx="1673975" cy="880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300" kern="1200" dirty="0"/>
            <a:t>Problem: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92% unpaid subscriptions churm</a:t>
          </a:r>
          <a:endParaRPr lang="en-US" sz="1000" kern="1200" dirty="0"/>
        </a:p>
      </dsp:txBody>
      <dsp:txXfrm>
        <a:off x="2485234" y="1370138"/>
        <a:ext cx="1622419" cy="828569"/>
      </dsp:txXfrm>
    </dsp:sp>
    <dsp:sp modelId="{CC9A4FC2-28EE-466E-B5A8-C689A83331A1}">
      <dsp:nvSpPr>
        <dsp:cNvPr id="0" name=""/>
        <dsp:cNvSpPr/>
      </dsp:nvSpPr>
      <dsp:spPr>
        <a:xfrm>
          <a:off x="2459456" y="2359890"/>
          <a:ext cx="1673975" cy="880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300" kern="1200" dirty="0"/>
            <a:t>Action: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Retry failed payments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Multiple payment methods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Dunning emails</a:t>
          </a:r>
          <a:endParaRPr lang="en-US" sz="1000" kern="1200" dirty="0"/>
        </a:p>
      </dsp:txBody>
      <dsp:txXfrm>
        <a:off x="2485234" y="2385668"/>
        <a:ext cx="1622419" cy="828569"/>
      </dsp:txXfrm>
    </dsp:sp>
    <dsp:sp modelId="{7421E628-B294-43FB-B6F1-73711B9BD64D}">
      <dsp:nvSpPr>
        <dsp:cNvPr id="0" name=""/>
        <dsp:cNvSpPr/>
      </dsp:nvSpPr>
      <dsp:spPr>
        <a:xfrm>
          <a:off x="2459456" y="3375420"/>
          <a:ext cx="1673975" cy="880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300" kern="1200" dirty="0"/>
            <a:t>Why?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Payment failures are preventable churn</a:t>
          </a:r>
          <a:endParaRPr lang="en-US" sz="1000" kern="1200" dirty="0"/>
        </a:p>
      </dsp:txBody>
      <dsp:txXfrm>
        <a:off x="2485234" y="3401198"/>
        <a:ext cx="1622419" cy="828569"/>
      </dsp:txXfrm>
    </dsp:sp>
    <dsp:sp modelId="{B19415A0-88EB-4780-A3BE-FC1DE7A8496F}">
      <dsp:nvSpPr>
        <dsp:cNvPr id="0" name=""/>
        <dsp:cNvSpPr/>
      </dsp:nvSpPr>
      <dsp:spPr>
        <a:xfrm>
          <a:off x="4499613" y="0"/>
          <a:ext cx="2092469" cy="44799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2700" kern="1200" dirty="0"/>
            <a:t>Replicate Mid-2023</a:t>
          </a:r>
        </a:p>
      </dsp:txBody>
      <dsp:txXfrm>
        <a:off x="4499613" y="0"/>
        <a:ext cx="2092469" cy="1343977"/>
      </dsp:txXfrm>
    </dsp:sp>
    <dsp:sp modelId="{B36C9D83-32B2-4286-99A6-ED8A6052C3E5}">
      <dsp:nvSpPr>
        <dsp:cNvPr id="0" name=""/>
        <dsp:cNvSpPr/>
      </dsp:nvSpPr>
      <dsp:spPr>
        <a:xfrm>
          <a:off x="4708860" y="1344360"/>
          <a:ext cx="1673975" cy="880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300" kern="1200" dirty="0"/>
            <a:t>Problem: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Need to understand success</a:t>
          </a:r>
          <a:endParaRPr lang="en-US" sz="1000" kern="1200" dirty="0"/>
        </a:p>
      </dsp:txBody>
      <dsp:txXfrm>
        <a:off x="4734638" y="1370138"/>
        <a:ext cx="1622419" cy="828569"/>
      </dsp:txXfrm>
    </dsp:sp>
    <dsp:sp modelId="{7B88D013-784D-4882-9E08-642D71497661}">
      <dsp:nvSpPr>
        <dsp:cNvPr id="0" name=""/>
        <dsp:cNvSpPr/>
      </dsp:nvSpPr>
      <dsp:spPr>
        <a:xfrm>
          <a:off x="4708860" y="2359890"/>
          <a:ext cx="1673975" cy="880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300" kern="1200" dirty="0"/>
            <a:t>Action: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Identify Jun-Aug changes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Document what worked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Scale successful tactics</a:t>
          </a:r>
          <a:endParaRPr lang="en-US" sz="1000" kern="1200" dirty="0"/>
        </a:p>
      </dsp:txBody>
      <dsp:txXfrm>
        <a:off x="4734638" y="2385668"/>
        <a:ext cx="1622419" cy="828569"/>
      </dsp:txXfrm>
    </dsp:sp>
    <dsp:sp modelId="{7750F0C7-E357-424D-AC10-BF26E8C4C54C}">
      <dsp:nvSpPr>
        <dsp:cNvPr id="0" name=""/>
        <dsp:cNvSpPr/>
      </dsp:nvSpPr>
      <dsp:spPr>
        <a:xfrm>
          <a:off x="4708860" y="3375420"/>
          <a:ext cx="1673975" cy="880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300" kern="1200" dirty="0"/>
            <a:t>Why ?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f-ZA" sz="1000" kern="1200" dirty="0"/>
            <a:t>MoM retention jumped 78% - 95%</a:t>
          </a:r>
          <a:endParaRPr lang="en-US" sz="1000" kern="1200" dirty="0"/>
        </a:p>
      </dsp:txBody>
      <dsp:txXfrm>
        <a:off x="4734638" y="3401198"/>
        <a:ext cx="1622419" cy="8285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807852-8848-40E4-B709-483D797B05EC}">
      <dsp:nvSpPr>
        <dsp:cNvPr id="0" name=""/>
        <dsp:cNvSpPr/>
      </dsp:nvSpPr>
      <dsp:spPr>
        <a:xfrm>
          <a:off x="0" y="438093"/>
          <a:ext cx="812800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74904" rIns="63082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/>
            <a:t>Use duration and engagement data to predict churn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Intervene before month 2 with special offers or support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Why: Customers who survive first 2 months are 3x more likely to stay</a:t>
          </a:r>
          <a:endParaRPr lang="en-US" sz="1800" kern="1200" dirty="0"/>
        </a:p>
      </dsp:txBody>
      <dsp:txXfrm>
        <a:off x="0" y="438093"/>
        <a:ext cx="8128000" cy="1360800"/>
      </dsp:txXfrm>
    </dsp:sp>
    <dsp:sp modelId="{FDFF8A2C-21FE-4CFC-8CBD-67729B24BFD8}">
      <dsp:nvSpPr>
        <dsp:cNvPr id="0" name=""/>
        <dsp:cNvSpPr/>
      </dsp:nvSpPr>
      <dsp:spPr>
        <a:xfrm>
          <a:off x="406400" y="172413"/>
          <a:ext cx="568960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Proactive Outreach to At-Risk Customers</a:t>
          </a:r>
          <a:endParaRPr lang="en-US" sz="1800" kern="1200" dirty="0"/>
        </a:p>
      </dsp:txBody>
      <dsp:txXfrm>
        <a:off x="432339" y="198352"/>
        <a:ext cx="5637722" cy="479482"/>
      </dsp:txXfrm>
    </dsp:sp>
    <dsp:sp modelId="{F86582F7-3768-4475-A974-3D6E37660078}">
      <dsp:nvSpPr>
        <dsp:cNvPr id="0" name=""/>
        <dsp:cNvSpPr/>
      </dsp:nvSpPr>
      <dsp:spPr>
        <a:xfrm>
          <a:off x="0" y="2161773"/>
          <a:ext cx="812800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74904" rIns="63082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/>
            <a:t>Understand why customers leave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Identify product gaps or competitors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Why: Data shows WHAT is happening, surveys tell WHY</a:t>
          </a:r>
          <a:endParaRPr lang="en-US" sz="1800" kern="1200" dirty="0"/>
        </a:p>
      </dsp:txBody>
      <dsp:txXfrm>
        <a:off x="0" y="2161773"/>
        <a:ext cx="8128000" cy="1360800"/>
      </dsp:txXfrm>
    </dsp:sp>
    <dsp:sp modelId="{A873C2D7-AAC9-48D9-B3B0-F2629CAD7836}">
      <dsp:nvSpPr>
        <dsp:cNvPr id="0" name=""/>
        <dsp:cNvSpPr/>
      </dsp:nvSpPr>
      <dsp:spPr>
        <a:xfrm>
          <a:off x="406400" y="1896093"/>
          <a:ext cx="568960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Exit Surveys for Churned Customers</a:t>
          </a:r>
          <a:endParaRPr lang="en-US" sz="1800" kern="1200" dirty="0"/>
        </a:p>
      </dsp:txBody>
      <dsp:txXfrm>
        <a:off x="432339" y="1922032"/>
        <a:ext cx="5637722" cy="479482"/>
      </dsp:txXfrm>
    </dsp:sp>
    <dsp:sp modelId="{38DD3E34-E15F-4D2F-BF9C-5AF6AACDDB88}">
      <dsp:nvSpPr>
        <dsp:cNvPr id="0" name=""/>
        <dsp:cNvSpPr/>
      </dsp:nvSpPr>
      <dsp:spPr>
        <a:xfrm>
          <a:off x="0" y="3885453"/>
          <a:ext cx="812800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74904" rIns="63082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/>
            <a:t>Only 15.9% stay 5+ months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Reward loyalty with exclusive content or discounts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Why: Retaining existing customers is cheaper than acquiring new ones</a:t>
          </a:r>
          <a:endParaRPr lang="en-US" sz="1800" kern="1200" dirty="0"/>
        </a:p>
      </dsp:txBody>
      <dsp:txXfrm>
        <a:off x="0" y="3885453"/>
        <a:ext cx="8128000" cy="1360800"/>
      </dsp:txXfrm>
    </dsp:sp>
    <dsp:sp modelId="{6AD4CDC9-8BF1-4140-8CD0-9362E5CD7638}">
      <dsp:nvSpPr>
        <dsp:cNvPr id="0" name=""/>
        <dsp:cNvSpPr/>
      </dsp:nvSpPr>
      <dsp:spPr>
        <a:xfrm>
          <a:off x="406400" y="3619773"/>
          <a:ext cx="568960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Loyalty Rewards for Long-Term Customers</a:t>
          </a:r>
          <a:endParaRPr lang="en-US" sz="1800" kern="1200" dirty="0"/>
        </a:p>
      </dsp:txBody>
      <dsp:txXfrm>
        <a:off x="432339" y="3645712"/>
        <a:ext cx="5637722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www.github.com/pandey-rakshit/mavenflix-analytics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pandey-rakshit/" TargetMode="External"/><Relationship Id="rId2" Type="http://schemas.openxmlformats.org/officeDocument/2006/relationships/hyperlink" Target="https://www.linkedin.com/in/pandey-rakshit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021" y="4498849"/>
            <a:ext cx="10479024" cy="557784"/>
          </a:xfrm>
        </p:spPr>
        <p:txBody>
          <a:bodyPr/>
          <a:lstStyle/>
          <a:p>
            <a:r>
              <a:rPr lang="en-US" dirty="0"/>
              <a:t>Customer retention &amp; churn insights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9021" y="2088055"/>
            <a:ext cx="10479215" cy="2117380"/>
          </a:xfrm>
        </p:spPr>
        <p:txBody>
          <a:bodyPr/>
          <a:lstStyle/>
          <a:p>
            <a:r>
              <a:rPr lang="en-US" dirty="0"/>
              <a:t>MavenFlix </a:t>
            </a:r>
            <a:br>
              <a:rPr lang="en-US" dirty="0"/>
            </a:br>
            <a:r>
              <a:rPr lang="en-US" dirty="0"/>
              <a:t>Subscription Analysis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6DA751-340C-A72F-C041-C92D1CF611BE}"/>
              </a:ext>
            </a:extLst>
          </p:cNvPr>
          <p:cNvSpPr txBox="1">
            <a:spLocks/>
          </p:cNvSpPr>
          <p:nvPr/>
        </p:nvSpPr>
        <p:spPr>
          <a:xfrm>
            <a:off x="809021" y="6053061"/>
            <a:ext cx="10479024" cy="55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Rakshit Pandey</a:t>
            </a:r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84899"/>
            <a:ext cx="10479024" cy="557784"/>
          </a:xfrm>
        </p:spPr>
        <p:txBody>
          <a:bodyPr/>
          <a:lstStyle/>
          <a:p>
            <a:r>
              <a:rPr lang="en-US" dirty="0"/>
              <a:t>Executive summary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771559DC-DB6E-60CB-1464-854D7B49322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16492932"/>
              </p:ext>
            </p:extLst>
          </p:nvPr>
        </p:nvGraphicFramePr>
        <p:xfrm>
          <a:off x="3608806" y="1151943"/>
          <a:ext cx="7309130" cy="2847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6BA07A0-F4C2-3036-ABE8-B36787EC3692}"/>
              </a:ext>
            </a:extLst>
          </p:cNvPr>
          <p:cNvSpPr txBox="1">
            <a:spLocks/>
          </p:cNvSpPr>
          <p:nvPr/>
        </p:nvSpPr>
        <p:spPr>
          <a:xfrm>
            <a:off x="1252124" y="3983239"/>
            <a:ext cx="10546456" cy="19019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7472" indent="-347472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High churn rate (65.3%) with most customer leaving within first 2 months. Only 15.9% stay beyond 5 months, indicating early-stage retention problem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5DB676-F3CD-D34B-3B28-6ABC4B35D713}"/>
              </a:ext>
            </a:extLst>
          </p:cNvPr>
          <p:cNvSpPr txBox="1">
            <a:spLocks/>
          </p:cNvSpPr>
          <p:nvPr/>
        </p:nvSpPr>
        <p:spPr>
          <a:xfrm>
            <a:off x="1252124" y="3609262"/>
            <a:ext cx="10479024" cy="55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 takeaway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2AFF305-E922-ECDF-CC08-C8CABF0D12AE}"/>
              </a:ext>
            </a:extLst>
          </p:cNvPr>
          <p:cNvSpPr txBox="1">
            <a:spLocks/>
          </p:cNvSpPr>
          <p:nvPr/>
        </p:nvSpPr>
        <p:spPr>
          <a:xfrm>
            <a:off x="871728" y="1207079"/>
            <a:ext cx="10546456" cy="605608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10000"/>
          </a:bodyPr>
          <a:lstStyle>
            <a:lvl1pPr marL="347472" indent="-347472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af-ZA" dirty="0"/>
              <a:t>Github Repository: </a:t>
            </a:r>
            <a:r>
              <a:rPr lang="af-ZA" dirty="0">
                <a:hlinkClick r:id="rId7"/>
              </a:rPr>
              <a:t>https://www.github.com/pandey-rakshit/mavenflix-analytics/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34CBF1-5C90-F997-FD25-6A58CF0CE5C8}"/>
              </a:ext>
            </a:extLst>
          </p:cNvPr>
          <p:cNvSpPr/>
          <p:nvPr/>
        </p:nvSpPr>
        <p:spPr>
          <a:xfrm>
            <a:off x="10319108" y="845920"/>
            <a:ext cx="1442092" cy="51077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81E11-3F5D-ABBD-0A03-179F8A58B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08" y="845920"/>
            <a:ext cx="9944100" cy="51077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69" y="1062497"/>
            <a:ext cx="5698983" cy="557784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Subscription status Overview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4AC61-4F6E-98E2-D42B-F2114BBA12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75892" y="2733713"/>
            <a:ext cx="3960360" cy="3001765"/>
          </a:xfrm>
        </p:spPr>
        <p:txBody>
          <a:bodyPr>
            <a:normAutofit/>
          </a:bodyPr>
          <a:lstStyle/>
          <a:p>
            <a:r>
              <a:rPr lang="en-US" sz="1600" dirty="0"/>
              <a:t>65% of all subscriptions have been canceled</a:t>
            </a:r>
          </a:p>
          <a:p>
            <a:r>
              <a:rPr lang="en-US" sz="1600" dirty="0"/>
              <a:t>Only 34.7% customers remain active</a:t>
            </a:r>
          </a:p>
          <a:p>
            <a:r>
              <a:rPr lang="en-US" sz="1600" dirty="0"/>
              <a:t>For every 3 customers acquired, 2 have left</a:t>
            </a:r>
          </a:p>
          <a:p>
            <a:r>
              <a:rPr lang="en-US" sz="1600" dirty="0"/>
              <a:t>Indicates a significant retention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D3F9943-2DA8-7027-64AF-94FB1BFBB6AB}"/>
              </a:ext>
            </a:extLst>
          </p:cNvPr>
          <p:cNvSpPr txBox="1">
            <a:spLocks/>
          </p:cNvSpPr>
          <p:nvPr/>
        </p:nvSpPr>
        <p:spPr>
          <a:xfrm>
            <a:off x="409792" y="5299765"/>
            <a:ext cx="6995686" cy="6539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high cancellation rate signals an urgent need to understand and address the root cause driving customers away.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B071B3C0-D794-533D-EE42-FCF3BAABCA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642050"/>
              </p:ext>
            </p:extLst>
          </p:nvPr>
        </p:nvGraphicFramePr>
        <p:xfrm>
          <a:off x="645422" y="1873111"/>
          <a:ext cx="2601302" cy="2493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D1FD-9CC8-4CB0-8247-CFAB9069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7400" y="602566"/>
            <a:ext cx="7481000" cy="557784"/>
          </a:xfrm>
        </p:spPr>
        <p:txBody>
          <a:bodyPr/>
          <a:lstStyle/>
          <a:p>
            <a:r>
              <a:rPr lang="en-US" dirty="0"/>
              <a:t>Monthly New Subscriptions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AD0987-D595-9D33-A24C-ED016A62A8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0544" y="2197451"/>
            <a:ext cx="2997622" cy="2841819"/>
          </a:xfrm>
        </p:spPr>
        <p:txBody>
          <a:bodyPr>
            <a:normAutofit/>
          </a:bodyPr>
          <a:lstStyle/>
          <a:p>
            <a:r>
              <a:rPr lang="en-US" sz="1600" dirty="0"/>
              <a:t>Acquisition ranged from 189 (Nov 2022) to 306 (Jul 2023)</a:t>
            </a:r>
          </a:p>
          <a:p>
            <a:r>
              <a:rPr lang="en-US" sz="1600" dirty="0"/>
              <a:t>Upward trend in 2023 compared to late 2022</a:t>
            </a:r>
          </a:p>
          <a:p>
            <a:r>
              <a:rPr lang="en-US" sz="1600" dirty="0"/>
              <a:t>July 2023 was the peak month</a:t>
            </a:r>
          </a:p>
          <a:p>
            <a:r>
              <a:rPr lang="en-US" sz="1600" dirty="0"/>
              <a:t>Sep 2023 is incomplete (66)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991694-0954-FE69-FA20-C591ADAD6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403" y="1536827"/>
            <a:ext cx="7963568" cy="400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5D67-56B9-4DBB-5270-4A51BFC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635" y="447784"/>
            <a:ext cx="6556248" cy="557784"/>
          </a:xfrm>
        </p:spPr>
        <p:txBody>
          <a:bodyPr/>
          <a:lstStyle/>
          <a:p>
            <a:r>
              <a:rPr lang="en-US" dirty="0"/>
              <a:t>Monthly Cancellations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A99276-CD22-5991-4B69-10020DC796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76626" y="1858312"/>
            <a:ext cx="3847895" cy="3141375"/>
          </a:xfrm>
        </p:spPr>
        <p:txBody>
          <a:bodyPr/>
          <a:lstStyle/>
          <a:p>
            <a:r>
              <a:rPr lang="en-US" dirty="0"/>
              <a:t>7x increase over the year</a:t>
            </a:r>
          </a:p>
          <a:p>
            <a:r>
              <a:rPr lang="en-US" dirty="0"/>
              <a:t>Cancellations grew from 33 (sep 2022) to 225 (Jul 2023)</a:t>
            </a:r>
          </a:p>
          <a:p>
            <a:r>
              <a:rPr lang="en-US" dirty="0"/>
              <a:t>Peak Month: Mar 2023 (224), July 2023 (225)</a:t>
            </a:r>
          </a:p>
          <a:p>
            <a:r>
              <a:rPr lang="en-US" dirty="0"/>
              <a:t>Churn got worse as customer base grew.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A9410A78-9AD9-0421-26D1-E3AA1A02EBF5}"/>
              </a:ext>
            </a:extLst>
          </p:cNvPr>
          <p:cNvPicPr preferRelativeResize="0">
            <a:picLocks noGrp="1"/>
          </p:cNvPicPr>
          <p:nvPr>
            <p:ph type="pic" sz="quarter" idx="14"/>
          </p:nvPr>
        </p:nvPicPr>
        <p:blipFill>
          <a:blip r:embed="rId2"/>
          <a:stretch>
            <a:fillRect/>
          </a:stretch>
        </p:blipFill>
        <p:spPr>
          <a:xfrm>
            <a:off x="223169" y="1131449"/>
            <a:ext cx="7746412" cy="4731979"/>
          </a:xfrm>
        </p:spPr>
      </p:pic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5127A5-0851-41C5-A87E-05AE8448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65" y="1060129"/>
            <a:ext cx="4499992" cy="22629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9ACF3-596C-92A5-7AD1-A2B11C03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967" y="528367"/>
            <a:ext cx="10479024" cy="557784"/>
          </a:xfrm>
        </p:spPr>
        <p:txBody>
          <a:bodyPr/>
          <a:lstStyle/>
          <a:p>
            <a:r>
              <a:rPr lang="en-US" dirty="0"/>
              <a:t>Acquisition vs. Cancellation patterns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75BAFA-03AB-7B89-1CA0-DC09783ECB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3665" y="4117119"/>
            <a:ext cx="3528699" cy="248240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New subscription peaked at 306 in July 2023, while cancellations reached their high of 225 in June 2023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Cumulative net subscriber growth shows an upward trend, reaching 1065 active subscribers by September 2023 – a positive signal despite persistent churn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B7C78-0890-627E-C852-B11CAB85CF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79E30A-934A-7CB0-7A2F-8525F0B2326B}"/>
              </a:ext>
            </a:extLst>
          </p:cNvPr>
          <p:cNvSpPr txBox="1">
            <a:spLocks/>
          </p:cNvSpPr>
          <p:nvPr/>
        </p:nvSpPr>
        <p:spPr>
          <a:xfrm>
            <a:off x="374622" y="3441195"/>
            <a:ext cx="3347430" cy="55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latin typeface="Aptos Display" panose="020B00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Growth Despite challenges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804EF9-333A-ED55-0585-E335F0239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783" y="1060129"/>
            <a:ext cx="4499992" cy="226292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64BA40B-7F6C-91C2-0C52-2032A7646D63}"/>
              </a:ext>
            </a:extLst>
          </p:cNvPr>
          <p:cNvSpPr txBox="1">
            <a:spLocks/>
          </p:cNvSpPr>
          <p:nvPr/>
        </p:nvSpPr>
        <p:spPr>
          <a:xfrm>
            <a:off x="7537345" y="3534946"/>
            <a:ext cx="3347430" cy="55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latin typeface="Aptos Display" panose="020B00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Warning Signs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E0915DDD-D76D-71E1-0722-800BD0710560}"/>
              </a:ext>
            </a:extLst>
          </p:cNvPr>
          <p:cNvSpPr txBox="1">
            <a:spLocks/>
          </p:cNvSpPr>
          <p:nvPr/>
        </p:nvSpPr>
        <p:spPr>
          <a:xfrm>
            <a:off x="7356076" y="3998979"/>
            <a:ext cx="3528699" cy="19385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Net Change dropped from 184 (sep 2022) to 12 (Sep2023)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Growth is positive but declining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Lowest point: Apr 2023 (+19)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5028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F643-9DF2-B730-72CE-75663E4F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Cumulative Net Subscriber Growth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F29AD4-BB7A-FB89-7276-12ECA4CCCE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2799" y="1734208"/>
            <a:ext cx="2862072" cy="3111709"/>
          </a:xfrm>
        </p:spPr>
        <p:txBody>
          <a:bodyPr/>
          <a:lstStyle/>
          <a:p>
            <a:r>
              <a:rPr lang="en-US" dirty="0"/>
              <a:t>Subscriber base grewfrom ~200 to ~1065 over the year</a:t>
            </a:r>
          </a:p>
          <a:p>
            <a:r>
              <a:rPr lang="en-US" dirty="0"/>
              <a:t>5x growth in 12 months</a:t>
            </a:r>
          </a:p>
          <a:p>
            <a:r>
              <a:rPr lang="en-US" dirty="0"/>
              <a:t>Curve is flattering toward the end</a:t>
            </a:r>
          </a:p>
          <a:p>
            <a:r>
              <a:rPr lang="en-US" dirty="0"/>
              <a:t>Growth is decelerating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5AA3C-075D-E8DD-D48B-DA9E07CBE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4DC380F-7B85-0E2B-E44C-10BC4EF9527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325048" y="1663782"/>
            <a:ext cx="6592888" cy="3315389"/>
          </a:xfrm>
        </p:spPr>
      </p:pic>
    </p:spTree>
    <p:extLst>
      <p:ext uri="{BB962C8B-B14F-4D97-AF65-F5344CB8AC3E}">
        <p14:creationId xmlns:p14="http://schemas.microsoft.com/office/powerpoint/2010/main" val="558281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03ED-5845-9B34-EF4D-77F260C5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Customer longevity distribution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33A90-2ED2-EF64-F9B3-7807A3275B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C3F579-7B8D-2DDA-4737-76CDE63E364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3521594" y="1569360"/>
            <a:ext cx="8035531" cy="4040856"/>
          </a:xfr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19A671F5-8745-DB7C-C43D-08BF4EDC7D54}"/>
              </a:ext>
            </a:extLst>
          </p:cNvPr>
          <p:cNvSpPr txBox="1">
            <a:spLocks/>
          </p:cNvSpPr>
          <p:nvPr/>
        </p:nvSpPr>
        <p:spPr>
          <a:xfrm>
            <a:off x="1160119" y="1990232"/>
            <a:ext cx="3528699" cy="4056087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543348C-27B7-4BDA-A5A9-CDE5E6D2DF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3396752"/>
              </p:ext>
            </p:extLst>
          </p:nvPr>
        </p:nvGraphicFramePr>
        <p:xfrm>
          <a:off x="481219" y="1856462"/>
          <a:ext cx="2838013" cy="3366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7225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A1E0DEF-8838-ACFB-CFAA-9E3880549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Subscription Duration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20B8A01-75F7-997A-2351-C5394A38C1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371221"/>
            <a:ext cx="3130551" cy="25034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Mean duration: 77 days (~2.5 Months)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Distribution is heavily right skewed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Most subscriptions last 0-100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Very few last beyond 200 days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31B2AD9-16DB-EBF9-CFF1-F9B58045108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239734" y="1743382"/>
            <a:ext cx="7475301" cy="3759130"/>
          </a:xfrm>
        </p:spPr>
      </p:pic>
    </p:spTree>
    <p:extLst>
      <p:ext uri="{BB962C8B-B14F-4D97-AF65-F5344CB8AC3E}">
        <p14:creationId xmlns:p14="http://schemas.microsoft.com/office/powerpoint/2010/main" val="1550294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62E37-98C5-F6E8-80E3-235C12B3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Subscription duration by status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70355B-547E-AFA4-68D1-589B18A277A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41248" y="1778547"/>
            <a:ext cx="7020875" cy="376021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7C9A7-4773-9858-5000-E5194BD288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2178" y="2539876"/>
            <a:ext cx="3248094" cy="201198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Active median: ~90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Canceled Median: ~40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Canceled customers left within first 1-2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Active customers have been around longer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62AA5-2B5B-DBF4-0ED2-E68D4A7001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859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9E9D7-CC5B-7435-7FC4-42FE5175F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Payment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BC04F-0335-278D-E5F9-D70A2BA951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034" y="2459284"/>
            <a:ext cx="3456835" cy="2426916"/>
          </a:xfrm>
        </p:spPr>
        <p:txBody>
          <a:bodyPr>
            <a:normAutofit/>
          </a:bodyPr>
          <a:lstStyle/>
          <a:p>
            <a:r>
              <a:rPr lang="en-US" sz="1600" dirty="0"/>
              <a:t>Paid subscriptions: 2,936 (1,055 active, 1,881 canceled)</a:t>
            </a:r>
          </a:p>
          <a:p>
            <a:r>
              <a:rPr lang="en-US" sz="1600" dirty="0"/>
              <a:t>Unpaid subscriptions: 133 (10 active, 123 canceled)</a:t>
            </a:r>
          </a:p>
          <a:p>
            <a:r>
              <a:rPr lang="en-US" sz="1600" dirty="0"/>
              <a:t>Unpaid churn rate: 92%</a:t>
            </a:r>
          </a:p>
          <a:p>
            <a:r>
              <a:rPr lang="en-US" sz="1600" dirty="0"/>
              <a:t>Paid churn rate: 64%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BA81ED-5136-BA75-2AA4-EA3CD0C78C4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727575" y="2118968"/>
            <a:ext cx="6592888" cy="331538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D2594-C523-8CEA-85E9-1D82888D6E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406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995BE-6601-1701-FE27-59A635D4B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Month over Month Retention Rate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5C8389-51EE-39CF-A5F7-C7394683561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31386" y="1716010"/>
            <a:ext cx="7749577" cy="371148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EA25B-542E-3712-31EC-7A4D51DDCC5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0727" y="2036324"/>
            <a:ext cx="3038305" cy="31761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MoM retention improved from 69% (Sep 2022) to 95% (Aug 2023)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Average: 78.6%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Dip in Feb 2023 (74.93%)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Retention is improving over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2EE66-5D92-AE81-A296-5F959A54C3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52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809A-41B7-A753-B4FF-6EA815A5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Month over Month churn RAte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99E9E-BE93-0B5C-8DDB-73A77DE7337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406918"/>
            <a:ext cx="2862072" cy="3228526"/>
          </a:xfrm>
        </p:spPr>
        <p:txBody>
          <a:bodyPr>
            <a:normAutofit/>
          </a:bodyPr>
          <a:lstStyle/>
          <a:p>
            <a:r>
              <a:rPr lang="en-US" sz="1600" dirty="0"/>
              <a:t>MoM churn dropped from 31% (Sep 2022) to 5% (Aug 2023)</a:t>
            </a:r>
          </a:p>
          <a:p>
            <a:r>
              <a:rPr lang="en-US" sz="1600" dirty="0"/>
              <a:t>Peak churn: Feb 2023 (25%)</a:t>
            </a:r>
          </a:p>
          <a:p>
            <a:r>
              <a:rPr lang="en-US" sz="1600" dirty="0"/>
              <a:t>Clear downward trend</a:t>
            </a:r>
          </a:p>
          <a:p>
            <a:r>
              <a:rPr lang="en-US" sz="1600" dirty="0"/>
              <a:t>Whatever changed in mid-2023 is working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AE323D-9965-6F4C-F144-17DEC0DD257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056063" y="2037103"/>
            <a:ext cx="7264400" cy="347911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A9884-D335-736C-0A20-F70FD45724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92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9849-92F8-4982-8BDC-BBFDDAC1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Cohort Month-over-Month Retention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CDB85-A444-2337-720A-5B170D8EB4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0634" y="1925591"/>
            <a:ext cx="2862072" cy="4351020"/>
          </a:xfrm>
        </p:spPr>
        <p:txBody>
          <a:bodyPr>
            <a:normAutofit fontScale="85000" lnSpcReduction="20000"/>
          </a:bodyPr>
          <a:lstStyle/>
          <a:p>
            <a:r>
              <a:rPr lang="en-US" sz="1900" dirty="0"/>
              <a:t>September 2022 cohort shows only 9.22% long-term retention, while recent cohorts demonstrate higher initial retention due to recency.</a:t>
            </a:r>
          </a:p>
          <a:p>
            <a:r>
              <a:rPr lang="en-US" sz="1900" dirty="0"/>
              <a:t>The September 2023 cohort shows 96.97% retention, but this is expected as they've had minimal time to churn.</a:t>
            </a:r>
          </a:p>
          <a:p>
            <a:r>
              <a:rPr lang="en-US" sz="1900" dirty="0"/>
              <a:t>Best retention: September 2023 (96.97%)</a:t>
            </a:r>
          </a:p>
          <a:p>
            <a:r>
              <a:rPr lang="en-US" sz="1900" dirty="0"/>
              <a:t>Worst retention: September 2022 (9.22%)</a:t>
            </a:r>
          </a:p>
          <a:p>
            <a:r>
              <a:rPr lang="en-US" sz="1900" dirty="0"/>
              <a:t>Clear pattern: retention degrades significantly over time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2DF5E1-BB26-B5AB-BF90-BD81B11FD31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3988008" y="1478335"/>
            <a:ext cx="7251700" cy="435102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C7028-F2C3-33F4-792D-3508F41247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F28F4-F820-27D5-DFCB-05352BD4E3AA}"/>
              </a:ext>
            </a:extLst>
          </p:cNvPr>
          <p:cNvSpPr txBox="1"/>
          <p:nvPr/>
        </p:nvSpPr>
        <p:spPr>
          <a:xfrm>
            <a:off x="989738" y="1427230"/>
            <a:ext cx="2615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 Display" panose="020B0004020202020204" pitchFamily="34" charset="0"/>
              </a:rPr>
              <a:t>Older vs. Newer Cohorts</a:t>
            </a:r>
          </a:p>
        </p:txBody>
      </p:sp>
    </p:spTree>
    <p:extLst>
      <p:ext uri="{BB962C8B-B14F-4D97-AF65-F5344CB8AC3E}">
        <p14:creationId xmlns:p14="http://schemas.microsoft.com/office/powerpoint/2010/main" val="3192725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6F5E-43D3-32C3-247A-FF13BE0D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840" y="1002435"/>
            <a:ext cx="10479024" cy="557784"/>
          </a:xfrm>
        </p:spPr>
        <p:txBody>
          <a:bodyPr/>
          <a:lstStyle/>
          <a:p>
            <a:pPr algn="ctr"/>
            <a:r>
              <a:rPr lang="af-ZA" dirty="0"/>
              <a:t>Month over Month stability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C4260-A7BA-4501-6D7C-1BED4C02CD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1210" y="3771148"/>
            <a:ext cx="11082206" cy="1258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 platform shows relatively stable month-over-month metrics. Best retention month was August 2023 (95.06%), while worst was September 2022 (69.02%). This consistency suggests systemic issues rather than seasonal fluctuations.</a:t>
            </a:r>
          </a:p>
          <a:p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548C4-7C52-3C0C-E100-0F488481C99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90588" y="2237986"/>
            <a:ext cx="4170832" cy="1145950"/>
          </a:xfrm>
        </p:spPr>
        <p:txBody>
          <a:bodyPr/>
          <a:lstStyle/>
          <a:p>
            <a:r>
              <a:rPr lang="en-US" b="1" dirty="0"/>
              <a:t>Average Retention: 21.36%</a:t>
            </a:r>
          </a:p>
          <a:p>
            <a:r>
              <a:rPr lang="en-US" dirty="0"/>
              <a:t>Month-over-month retention rate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5D7B3-B0FC-7FAD-4649-BB985D126C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0314E97-3DBF-7DFB-6EDF-698AABCC59F4}"/>
              </a:ext>
            </a:extLst>
          </p:cNvPr>
          <p:cNvSpPr txBox="1">
            <a:spLocks/>
          </p:cNvSpPr>
          <p:nvPr/>
        </p:nvSpPr>
        <p:spPr>
          <a:xfrm>
            <a:off x="1130581" y="2237986"/>
            <a:ext cx="4170832" cy="11459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Average Churn: 78.64%</a:t>
            </a:r>
          </a:p>
          <a:p>
            <a:r>
              <a:rPr lang="en-US" dirty="0"/>
              <a:t>Persistent monthly churn rate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30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B890-1620-EAB0-3129-C4A77448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1298A80-629B-4B35-24E3-01598C83016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914523385"/>
              </p:ext>
            </p:extLst>
          </p:nvPr>
        </p:nvGraphicFramePr>
        <p:xfrm>
          <a:off x="969270" y="1472249"/>
          <a:ext cx="9600710" cy="407054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800355">
                  <a:extLst>
                    <a:ext uri="{9D8B030D-6E8A-4147-A177-3AD203B41FA5}">
                      <a16:colId xmlns:a16="http://schemas.microsoft.com/office/drawing/2014/main" val="1030479954"/>
                    </a:ext>
                  </a:extLst>
                </a:gridCol>
                <a:gridCol w="4800355">
                  <a:extLst>
                    <a:ext uri="{9D8B030D-6E8A-4147-A177-3AD203B41FA5}">
                      <a16:colId xmlns:a16="http://schemas.microsoft.com/office/drawing/2014/main" val="3702002002"/>
                    </a:ext>
                  </a:extLst>
                </a:gridCol>
              </a:tblGrid>
              <a:tr h="481604">
                <a:tc>
                  <a:txBody>
                    <a:bodyPr/>
                    <a:lstStyle/>
                    <a:p>
                      <a:r>
                        <a:rPr lang="en-US" dirty="0"/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150335"/>
                  </a:ext>
                </a:extLst>
              </a:tr>
              <a:tr h="481604">
                <a:tc>
                  <a:txBody>
                    <a:bodyPr/>
                    <a:lstStyle/>
                    <a:p>
                      <a:r>
                        <a:rPr lang="en-US" dirty="0"/>
                        <a:t>High overall churn (65.3%)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 distribution Chart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46373"/>
                  </a:ext>
                </a:extLst>
              </a:tr>
              <a:tr h="481604">
                <a:tc>
                  <a:txBody>
                    <a:bodyPr/>
                    <a:lstStyle/>
                    <a:p>
                      <a:r>
                        <a:rPr lang="en-US" dirty="0"/>
                        <a:t>Early churn is 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54% leave within 2 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726197"/>
                  </a:ext>
                </a:extLst>
              </a:tr>
              <a:tr h="831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First month retention is weakest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Heatmap shows 69-94% at offset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525490"/>
                  </a:ext>
                </a:extLst>
              </a:tr>
              <a:tr h="481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Retention is improving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MoM retention: 69% → 95%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223587"/>
                  </a:ext>
                </a:extLst>
              </a:tr>
              <a:tr h="481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Growth is slowing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Net change: +184 → +12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02878"/>
                  </a:ext>
                </a:extLst>
              </a:tr>
              <a:tr h="831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Payment is not the main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64% of paid customers still churned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0154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5C7A6-B18E-7E2D-B001-36A3C33984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41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948D-1BB4-BADA-7D65-E99CF272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Recommendations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685DD1B-EEDB-180D-5A6C-570F3EF2A21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843805998"/>
              </p:ext>
            </p:extLst>
          </p:nvPr>
        </p:nvGraphicFramePr>
        <p:xfrm>
          <a:off x="2725563" y="1652264"/>
          <a:ext cx="6592888" cy="447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8517F-DCF0-6268-2C33-39DB755547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580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F2C3-81AE-7F9B-0C95-756D00BE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Additional Recommendations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4C9A0-615B-59FF-A53C-1C30789408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217FEE5-207A-0CA1-E94D-A18896B18E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7262275"/>
              </p:ext>
            </p:extLst>
          </p:nvPr>
        </p:nvGraphicFramePr>
        <p:xfrm>
          <a:off x="956473" y="132792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0279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804C-573D-B5E4-B93B-B1C43B62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Assumptions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9FB98-3AEA-95BE-6355-D6EF4EC812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3876" y="1536192"/>
            <a:ext cx="10809241" cy="4480560"/>
          </a:xfrm>
        </p:spPr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sz="1600" dirty="0"/>
              <a:t>Data period: September 2022 to September 2023 (12 months)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sz="1600" dirty="0"/>
              <a:t>September 2023 data is incomplete (partial month)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sz="1600" dirty="0"/>
              <a:t>If canceled_date is null, customer is considered active as of September 8, 2023</a:t>
            </a:r>
          </a:p>
          <a:p>
            <a:pPr marL="34290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sz="1600" dirty="0"/>
              <a:t>Subscription duration calculated as: canceled_date - created_date (for churned) or reference_date - created_date (for active)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sz="1600" dirty="0"/>
              <a:t>Reference date for active customers: September 8, 2023 (last date in data)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sz="1600" dirty="0"/>
              <a:t>Duration in months approximated as: duration_days / 30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sz="1600" dirty="0"/>
              <a:t>Cohort defined by subscription start month (created_date)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sz="1600" dirty="0"/>
              <a:t>All subscriptions are monthly billing (subscription_interval = "month")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sz="1600" dirty="0"/>
              <a:t>All subscriptions have same price ($39)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1703D-1129-205B-367E-90AC9C8486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359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027D16-8477-9439-2912-A02011AD8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/>
          <a:p>
            <a:r>
              <a:rPr lang="en-US" dirty="0"/>
              <a:t>Rakshit Pandey</a:t>
            </a:r>
            <a:br>
              <a:rPr lang="en-US" dirty="0"/>
            </a:br>
            <a:r>
              <a:rPr lang="en-US" dirty="0"/>
              <a:t>inbox.rakshitpandey@gmail.com</a:t>
            </a:r>
            <a:br>
              <a:rPr lang="en-US" dirty="0"/>
            </a:br>
            <a:endParaRPr lang="en-US" dirty="0"/>
          </a:p>
          <a:p>
            <a:r>
              <a:rPr lang="en-US" dirty="0"/>
              <a:t>Linkedin :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https://www.linkedin.com/in/pandey-rakshit/</a:t>
            </a:r>
            <a:endParaRPr lang="en-US" dirty="0"/>
          </a:p>
          <a:p>
            <a:r>
              <a:rPr lang="en-US" dirty="0"/>
              <a:t>Github: 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https://www.github.com/pandey-rakshit/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170</TotalTime>
  <Words>1100</Words>
  <Application>Microsoft Office PowerPoint</Application>
  <PresentationFormat>Widescreen</PresentationFormat>
  <Paragraphs>184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Aptos Light</vt:lpstr>
      <vt:lpstr>Arial</vt:lpstr>
      <vt:lpstr>Calibri</vt:lpstr>
      <vt:lpstr>Microsoft Sans Serif</vt:lpstr>
      <vt:lpstr>Custom</vt:lpstr>
      <vt:lpstr>Customer retention &amp; churn insights </vt:lpstr>
      <vt:lpstr>Executive summary</vt:lpstr>
      <vt:lpstr>Subscription status Overview </vt:lpstr>
      <vt:lpstr>Monthly New Subscriptions</vt:lpstr>
      <vt:lpstr>Monthly Cancellations</vt:lpstr>
      <vt:lpstr>Acquisition vs. Cancellation patterns</vt:lpstr>
      <vt:lpstr>Cumulative Net Subscriber Growth</vt:lpstr>
      <vt:lpstr>Customer longevity distribution </vt:lpstr>
      <vt:lpstr>Subscription Duration Distribution</vt:lpstr>
      <vt:lpstr>Subscription duration by status</vt:lpstr>
      <vt:lpstr>The Payment Problem</vt:lpstr>
      <vt:lpstr>Month over Month Retention Rate</vt:lpstr>
      <vt:lpstr>Month over Month churn RAte</vt:lpstr>
      <vt:lpstr>Cohort Month-over-Month Retention Heatmap</vt:lpstr>
      <vt:lpstr>Month over Month stability</vt:lpstr>
      <vt:lpstr>Key Findings</vt:lpstr>
      <vt:lpstr>Top Recommendations</vt:lpstr>
      <vt:lpstr>Additional Recommendations</vt:lpstr>
      <vt:lpstr>Assumptions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 Pandey</dc:creator>
  <cp:lastModifiedBy>Rakshit Pandey</cp:lastModifiedBy>
  <cp:revision>1</cp:revision>
  <dcterms:created xsi:type="dcterms:W3CDTF">2026-02-02T01:47:32Z</dcterms:created>
  <dcterms:modified xsi:type="dcterms:W3CDTF">2026-02-02T04:37:39Z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